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9" Type="http://schemas.openxmlformats.org/officeDocument/2006/relationships/tags" Target="../tags/tag93.xml"/><Relationship Id="rId18" Type="http://schemas.openxmlformats.org/officeDocument/2006/relationships/tags" Target="../tags/tag92.xml"/><Relationship Id="rId17" Type="http://schemas.openxmlformats.org/officeDocument/2006/relationships/tags" Target="../tags/tag91.xml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 userDrawn="1">
            <p:custDataLst>
              <p:tags r:id="rId2"/>
            </p:custDataLst>
          </p:nvPr>
        </p:nvSpPr>
        <p:spPr>
          <a:xfrm flipH="1">
            <a:off x="0" y="0"/>
            <a:ext cx="1219136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任意多边形: 形状 62"/>
          <p:cNvSpPr/>
          <p:nvPr userDrawn="1">
            <p:custDataLst>
              <p:tags r:id="rId3"/>
            </p:custDataLst>
          </p:nvPr>
        </p:nvSpPr>
        <p:spPr>
          <a:xfrm>
            <a:off x="4846733" y="2167102"/>
            <a:ext cx="7337226" cy="4286311"/>
          </a:xfrm>
          <a:custGeom>
            <a:avLst/>
            <a:gdLst>
              <a:gd name="connsiteX0" fmla="*/ 4798578 w 6824019"/>
              <a:gd name="connsiteY0" fmla="*/ 1005 h 3986502"/>
              <a:gd name="connsiteX1" fmla="*/ 5096439 w 6824019"/>
              <a:gd name="connsiteY1" fmla="*/ 1812 h 3986502"/>
              <a:gd name="connsiteX2" fmla="*/ 6528874 w 6824019"/>
              <a:gd name="connsiteY2" fmla="*/ 182401 h 3986502"/>
              <a:gd name="connsiteX3" fmla="*/ 6824019 w 6824019"/>
              <a:gd name="connsiteY3" fmla="*/ 267246 h 3986502"/>
              <a:gd name="connsiteX4" fmla="*/ 6824019 w 6824019"/>
              <a:gd name="connsiteY4" fmla="*/ 3192596 h 3986502"/>
              <a:gd name="connsiteX5" fmla="*/ 6596895 w 6824019"/>
              <a:gd name="connsiteY5" fmla="*/ 3305604 h 3986502"/>
              <a:gd name="connsiteX6" fmla="*/ 4345923 w 6824019"/>
              <a:gd name="connsiteY6" fmla="*/ 3919680 h 3986502"/>
              <a:gd name="connsiteX7" fmla="*/ 7122 w 6824019"/>
              <a:gd name="connsiteY7" fmla="*/ 2503120 h 3986502"/>
              <a:gd name="connsiteX8" fmla="*/ 3866694 w 6824019"/>
              <a:gd name="connsiteY8" fmla="*/ 66822 h 3986502"/>
              <a:gd name="connsiteX9" fmla="*/ 4798578 w 6824019"/>
              <a:gd name="connsiteY9" fmla="*/ 1005 h 398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24019" h="3986502">
                <a:moveTo>
                  <a:pt x="4798578" y="1005"/>
                </a:moveTo>
                <a:cubicBezTo>
                  <a:pt x="4899082" y="-571"/>
                  <a:pt x="4998420" y="-285"/>
                  <a:pt x="5096439" y="1812"/>
                </a:cubicBezTo>
                <a:cubicBezTo>
                  <a:pt x="5619204" y="12998"/>
                  <a:pt x="6104437" y="75726"/>
                  <a:pt x="6528874" y="182401"/>
                </a:cubicBezTo>
                <a:lnTo>
                  <a:pt x="6824019" y="267246"/>
                </a:lnTo>
                <a:lnTo>
                  <a:pt x="6824019" y="3192596"/>
                </a:lnTo>
                <a:lnTo>
                  <a:pt x="6596895" y="3305604"/>
                </a:lnTo>
                <a:cubicBezTo>
                  <a:pt x="5968496" y="3594695"/>
                  <a:pt x="5194893" y="3814082"/>
                  <a:pt x="4345923" y="3919680"/>
                </a:cubicBezTo>
                <a:cubicBezTo>
                  <a:pt x="2082006" y="4201272"/>
                  <a:pt x="139458" y="3567057"/>
                  <a:pt x="7122" y="2503120"/>
                </a:cubicBezTo>
                <a:cubicBezTo>
                  <a:pt x="-125213" y="1439182"/>
                  <a:pt x="1602776" y="348415"/>
                  <a:pt x="3866694" y="66822"/>
                </a:cubicBezTo>
                <a:cubicBezTo>
                  <a:pt x="4185058" y="27223"/>
                  <a:pt x="4497066" y="5735"/>
                  <a:pt x="4798578" y="1005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6667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4" name="任意多边形: 形状 63"/>
          <p:cNvSpPr/>
          <p:nvPr userDrawn="1">
            <p:custDataLst>
              <p:tags r:id="rId4"/>
            </p:custDataLst>
          </p:nvPr>
        </p:nvSpPr>
        <p:spPr>
          <a:xfrm>
            <a:off x="4432935" y="1172845"/>
            <a:ext cx="7757795" cy="4286250"/>
          </a:xfrm>
          <a:custGeom>
            <a:avLst/>
            <a:gdLst>
              <a:gd name="connsiteX0" fmla="*/ 4798578 w 7014966"/>
              <a:gd name="connsiteY0" fmla="*/ 1006 h 3986502"/>
              <a:gd name="connsiteX1" fmla="*/ 5096439 w 7014966"/>
              <a:gd name="connsiteY1" fmla="*/ 1812 h 3986502"/>
              <a:gd name="connsiteX2" fmla="*/ 6835437 w 7014966"/>
              <a:gd name="connsiteY2" fmla="*/ 270529 h 3986502"/>
              <a:gd name="connsiteX3" fmla="*/ 7014966 w 7014966"/>
              <a:gd name="connsiteY3" fmla="*/ 336770 h 3986502"/>
              <a:gd name="connsiteX4" fmla="*/ 7014966 w 7014966"/>
              <a:gd name="connsiteY4" fmla="*/ 3087717 h 3986502"/>
              <a:gd name="connsiteX5" fmla="*/ 6898669 w 7014966"/>
              <a:gd name="connsiteY5" fmla="*/ 3155454 h 3986502"/>
              <a:gd name="connsiteX6" fmla="*/ 4345923 w 7014966"/>
              <a:gd name="connsiteY6" fmla="*/ 3919680 h 3986502"/>
              <a:gd name="connsiteX7" fmla="*/ 7122 w 7014966"/>
              <a:gd name="connsiteY7" fmla="*/ 2503120 h 3986502"/>
              <a:gd name="connsiteX8" fmla="*/ 3866693 w 7014966"/>
              <a:gd name="connsiteY8" fmla="*/ 66823 h 3986502"/>
              <a:gd name="connsiteX9" fmla="*/ 4798578 w 7014966"/>
              <a:gd name="connsiteY9" fmla="*/ 1006 h 398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14966" h="3986502">
                <a:moveTo>
                  <a:pt x="4798578" y="1006"/>
                </a:moveTo>
                <a:cubicBezTo>
                  <a:pt x="4899083" y="-571"/>
                  <a:pt x="4998421" y="-285"/>
                  <a:pt x="5096439" y="1812"/>
                </a:cubicBezTo>
                <a:cubicBezTo>
                  <a:pt x="5749895" y="15795"/>
                  <a:pt x="6344707" y="110312"/>
                  <a:pt x="6835437" y="270529"/>
                </a:cubicBezTo>
                <a:lnTo>
                  <a:pt x="7014966" y="336770"/>
                </a:lnTo>
                <a:lnTo>
                  <a:pt x="7014966" y="3087717"/>
                </a:lnTo>
                <a:lnTo>
                  <a:pt x="6898669" y="3155454"/>
                </a:lnTo>
                <a:cubicBezTo>
                  <a:pt x="6224271" y="3518406"/>
                  <a:pt x="5336387" y="3796484"/>
                  <a:pt x="4345923" y="3919680"/>
                </a:cubicBezTo>
                <a:cubicBezTo>
                  <a:pt x="2082005" y="4201273"/>
                  <a:pt x="139458" y="3567058"/>
                  <a:pt x="7122" y="2503120"/>
                </a:cubicBezTo>
                <a:cubicBezTo>
                  <a:pt x="-125214" y="1439183"/>
                  <a:pt x="1602776" y="348415"/>
                  <a:pt x="3866693" y="66823"/>
                </a:cubicBezTo>
                <a:cubicBezTo>
                  <a:pt x="4185057" y="27224"/>
                  <a:pt x="4497066" y="5735"/>
                  <a:pt x="4798578" y="100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5" name="任意多边形: 形状 64"/>
          <p:cNvSpPr/>
          <p:nvPr userDrawn="1">
            <p:custDataLst>
              <p:tags r:id="rId5"/>
            </p:custDataLst>
          </p:nvPr>
        </p:nvSpPr>
        <p:spPr>
          <a:xfrm flipH="1">
            <a:off x="3957235" y="0"/>
            <a:ext cx="8234765" cy="4210806"/>
          </a:xfrm>
          <a:custGeom>
            <a:avLst/>
            <a:gdLst>
              <a:gd name="connsiteX0" fmla="*/ 3366299 w 8163409"/>
              <a:gd name="connsiteY0" fmla="*/ 1213 h 4210806"/>
              <a:gd name="connsiteX1" fmla="*/ 3876004 w 8163409"/>
              <a:gd name="connsiteY1" fmla="*/ 23220 h 4210806"/>
              <a:gd name="connsiteX2" fmla="*/ 8160970 w 8163409"/>
              <a:gd name="connsiteY2" fmla="*/ 2415313 h 4210806"/>
              <a:gd name="connsiteX3" fmla="*/ 3584719 w 8163409"/>
              <a:gd name="connsiteY3" fmla="*/ 4187586 h 4210806"/>
              <a:gd name="connsiteX4" fmla="*/ 218844 w 8163409"/>
              <a:gd name="connsiteY4" fmla="*/ 3190724 h 4210806"/>
              <a:gd name="connsiteX5" fmla="*/ 0 w 8163409"/>
              <a:gd name="connsiteY5" fmla="*/ 3030854 h 4210806"/>
              <a:gd name="connsiteX6" fmla="*/ 0 w 8163409"/>
              <a:gd name="connsiteY6" fmla="*/ 776275 h 4210806"/>
              <a:gd name="connsiteX7" fmla="*/ 137859 w 8163409"/>
              <a:gd name="connsiteY7" fmla="*/ 684253 h 4210806"/>
              <a:gd name="connsiteX8" fmla="*/ 2551928 w 8163409"/>
              <a:gd name="connsiteY8" fmla="*/ 24674 h 4210806"/>
              <a:gd name="connsiteX9" fmla="*/ 2871678 w 8163409"/>
              <a:gd name="connsiteY9" fmla="*/ 6551 h 4210806"/>
              <a:gd name="connsiteX10" fmla="*/ 3366299 w 8163409"/>
              <a:gd name="connsiteY10" fmla="*/ 1213 h 4210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163409" h="4210806">
                <a:moveTo>
                  <a:pt x="3366299" y="1213"/>
                </a:moveTo>
                <a:cubicBezTo>
                  <a:pt x="3533869" y="3921"/>
                  <a:pt x="3703952" y="11186"/>
                  <a:pt x="3876004" y="23220"/>
                </a:cubicBezTo>
                <a:cubicBezTo>
                  <a:pt x="6322961" y="194379"/>
                  <a:pt x="8241408" y="1265354"/>
                  <a:pt x="8160970" y="2415313"/>
                </a:cubicBezTo>
                <a:cubicBezTo>
                  <a:pt x="8080535" y="3565270"/>
                  <a:pt x="6031677" y="4358744"/>
                  <a:pt x="3584719" y="4187586"/>
                </a:cubicBezTo>
                <a:cubicBezTo>
                  <a:pt x="2208305" y="4091309"/>
                  <a:pt x="999113" y="3710325"/>
                  <a:pt x="218844" y="3190724"/>
                </a:cubicBezTo>
                <a:lnTo>
                  <a:pt x="0" y="3030854"/>
                </a:lnTo>
                <a:lnTo>
                  <a:pt x="0" y="776275"/>
                </a:lnTo>
                <a:lnTo>
                  <a:pt x="137859" y="684253"/>
                </a:lnTo>
                <a:cubicBezTo>
                  <a:pt x="722326" y="335533"/>
                  <a:pt x="1570851" y="98699"/>
                  <a:pt x="2551928" y="24674"/>
                </a:cubicBezTo>
                <a:cubicBezTo>
                  <a:pt x="2657043" y="16744"/>
                  <a:pt x="2763681" y="10681"/>
                  <a:pt x="2871678" y="6551"/>
                </a:cubicBezTo>
                <a:cubicBezTo>
                  <a:pt x="3033674" y="355"/>
                  <a:pt x="3198729" y="-1495"/>
                  <a:pt x="3366299" y="1213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6" name="任意多边形: 形状 65"/>
          <p:cNvSpPr/>
          <p:nvPr userDrawn="1">
            <p:custDataLst>
              <p:tags r:id="rId6"/>
            </p:custDataLst>
          </p:nvPr>
        </p:nvSpPr>
        <p:spPr>
          <a:xfrm>
            <a:off x="5442853" y="2385"/>
            <a:ext cx="6749143" cy="2788033"/>
          </a:xfrm>
          <a:custGeom>
            <a:avLst/>
            <a:gdLst>
              <a:gd name="connsiteX0" fmla="*/ 6400800 w 6400800"/>
              <a:gd name="connsiteY0" fmla="*/ 0 h 2788033"/>
              <a:gd name="connsiteX1" fmla="*/ 469715 w 6400800"/>
              <a:gd name="connsiteY1" fmla="*/ 0 h 2788033"/>
              <a:gd name="connsiteX2" fmla="*/ 330006 w 6400800"/>
              <a:gd name="connsiteY2" fmla="*/ 152389 h 2788033"/>
              <a:gd name="connsiteX3" fmla="*/ 9131 w 6400800"/>
              <a:gd name="connsiteY3" fmla="*/ 1188730 h 2788033"/>
              <a:gd name="connsiteX4" fmla="*/ 3597457 w 6400800"/>
              <a:gd name="connsiteY4" fmla="*/ 2744244 h 2788033"/>
              <a:gd name="connsiteX5" fmla="*/ 6261522 w 6400800"/>
              <a:gd name="connsiteY5" fmla="*/ 1530289 h 2788033"/>
              <a:gd name="connsiteX6" fmla="*/ 6400800 w 6400800"/>
              <a:gd name="connsiteY6" fmla="*/ 1356837 h 2788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00800" h="2788033">
                <a:moveTo>
                  <a:pt x="6400800" y="0"/>
                </a:moveTo>
                <a:lnTo>
                  <a:pt x="469715" y="0"/>
                </a:lnTo>
                <a:lnTo>
                  <a:pt x="330006" y="152389"/>
                </a:lnTo>
                <a:cubicBezTo>
                  <a:pt x="84173" y="476393"/>
                  <a:pt x="-35304" y="831487"/>
                  <a:pt x="9131" y="1188730"/>
                </a:cubicBezTo>
                <a:cubicBezTo>
                  <a:pt x="144553" y="2277473"/>
                  <a:pt x="1751101" y="2973900"/>
                  <a:pt x="3597457" y="2744244"/>
                </a:cubicBezTo>
                <a:cubicBezTo>
                  <a:pt x="4751429" y="2600710"/>
                  <a:pt x="5725962" y="2129395"/>
                  <a:pt x="6261522" y="1530289"/>
                </a:cubicBezTo>
                <a:lnTo>
                  <a:pt x="6400800" y="1356837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7" name="矩形 66"/>
          <p:cNvSpPr/>
          <p:nvPr userDrawn="1">
            <p:custDataLst>
              <p:tags r:id="rId7"/>
            </p:custDataLst>
          </p:nvPr>
        </p:nvSpPr>
        <p:spPr>
          <a:xfrm>
            <a:off x="1" y="0"/>
            <a:ext cx="11496035" cy="6858000"/>
          </a:xfrm>
          <a:prstGeom prst="rect">
            <a:avLst/>
          </a:prstGeom>
          <a:gradFill flip="none" rotWithShape="1">
            <a:gsLst>
              <a:gs pos="47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ctrTitle"/>
            <p:custDataLst>
              <p:tags r:id="rId8"/>
            </p:custDataLst>
          </p:nvPr>
        </p:nvSpPr>
        <p:spPr>
          <a:xfrm>
            <a:off x="661035" y="3373120"/>
            <a:ext cx="8540115" cy="1812290"/>
          </a:xfrm>
        </p:spPr>
        <p:txBody>
          <a:bodyPr wrap="square" anchor="t">
            <a:noAutofit/>
          </a:bodyPr>
          <a:lstStyle>
            <a:lvl1pPr algn="l">
              <a:lnSpc>
                <a:spcPct val="100000"/>
              </a:lnSpc>
              <a:defRPr sz="6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9"/>
            </p:custDataLst>
          </p:nvPr>
        </p:nvSpPr>
        <p:spPr>
          <a:xfrm>
            <a:off x="661035" y="1134110"/>
            <a:ext cx="8540115" cy="2137410"/>
          </a:xfrm>
        </p:spPr>
        <p:txBody>
          <a:bodyPr wrap="square" anchor="b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60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 userDrawn="1">
            <p:ph type="body" sz="quarter" idx="13" hasCustomPrompt="1"/>
            <p:custDataLst>
              <p:tags r:id="rId13"/>
            </p:custDataLst>
          </p:nvPr>
        </p:nvSpPr>
        <p:spPr>
          <a:xfrm>
            <a:off x="704848" y="348425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4"/>
            </p:custDataLst>
          </p:nvPr>
        </p:nvSpPr>
        <p:spPr>
          <a:xfrm>
            <a:off x="1199875" y="5262839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cxnSp>
        <p:nvCxnSpPr>
          <p:cNvPr id="13" name="直接连接符 12"/>
          <p:cNvCxnSpPr/>
          <p:nvPr userDrawn="1">
            <p:custDataLst>
              <p:tags r:id="rId15"/>
            </p:custDataLst>
          </p:nvPr>
        </p:nvCxnSpPr>
        <p:spPr>
          <a:xfrm>
            <a:off x="11284585" y="531495"/>
            <a:ext cx="288290" cy="0"/>
          </a:xfrm>
          <a:prstGeom prst="line">
            <a:avLst/>
          </a:prstGeom>
          <a:ln w="508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16"/>
            </p:custDataLst>
          </p:nvPr>
        </p:nvCxnSpPr>
        <p:spPr>
          <a:xfrm>
            <a:off x="11391900" y="653415"/>
            <a:ext cx="180975" cy="0"/>
          </a:xfrm>
          <a:prstGeom prst="line">
            <a:avLst/>
          </a:prstGeom>
          <a:ln w="508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>
            <p:custDataLst>
              <p:tags r:id="rId17"/>
            </p:custDataLst>
          </p:nvPr>
        </p:nvCxnSpPr>
        <p:spPr>
          <a:xfrm>
            <a:off x="588000" y="780024"/>
            <a:ext cx="1101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任意多边形: 形状 22"/>
          <p:cNvSpPr/>
          <p:nvPr userDrawn="1">
            <p:custDataLst>
              <p:tags r:id="rId18"/>
            </p:custDataLst>
          </p:nvPr>
        </p:nvSpPr>
        <p:spPr>
          <a:xfrm>
            <a:off x="705619" y="5496839"/>
            <a:ext cx="180000" cy="36000"/>
          </a:xfrm>
          <a:custGeom>
            <a:avLst/>
            <a:gdLst/>
            <a:ahLst/>
            <a:cxnLst/>
            <a:rect l="l" t="t" r="r" b="b"/>
            <a:pathLst>
              <a:path w="61727" h="20203">
                <a:moveTo>
                  <a:pt x="0" y="0"/>
                </a:moveTo>
                <a:lnTo>
                  <a:pt x="61727" y="0"/>
                </a:lnTo>
                <a:lnTo>
                  <a:pt x="61727" y="20203"/>
                </a:lnTo>
                <a:lnTo>
                  <a:pt x="0" y="2020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 userDrawn="1">
            <p:custDataLst>
              <p:tags r:id="rId19"/>
            </p:custDataLst>
          </p:nvPr>
        </p:nvSpPr>
        <p:spPr>
          <a:xfrm>
            <a:off x="903263" y="5496839"/>
            <a:ext cx="180000" cy="36000"/>
          </a:xfrm>
          <a:custGeom>
            <a:avLst/>
            <a:gdLst/>
            <a:ahLst/>
            <a:cxnLst/>
            <a:rect l="l" t="t" r="r" b="b"/>
            <a:pathLst>
              <a:path w="61727" h="20203">
                <a:moveTo>
                  <a:pt x="0" y="0"/>
                </a:moveTo>
                <a:lnTo>
                  <a:pt x="61727" y="0"/>
                </a:lnTo>
                <a:lnTo>
                  <a:pt x="61727" y="20203"/>
                </a:lnTo>
                <a:lnTo>
                  <a:pt x="0" y="2020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 rot="16200000">
            <a:off x="2667000" y="-2666999"/>
            <a:ext cx="6858000" cy="12192000"/>
          </a:xfrm>
          <a:prstGeom prst="rect">
            <a:avLst/>
          </a:prstGeom>
          <a:gradFill flip="none" rotWithShape="1">
            <a:gsLst>
              <a:gs pos="60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01980" y="710565"/>
            <a:ext cx="2125980" cy="1081405"/>
          </a:xfrm>
        </p:spPr>
        <p:txBody>
          <a:bodyPr wrap="square" anchor="b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7"/>
            </p:custDataLst>
          </p:nvPr>
        </p:nvSpPr>
        <p:spPr>
          <a:xfrm>
            <a:off x="5544457" y="0"/>
            <a:ext cx="6647542" cy="1856813"/>
          </a:xfrm>
          <a:custGeom>
            <a:avLst/>
            <a:gdLst>
              <a:gd name="connsiteX0" fmla="*/ 54207 w 7160298"/>
              <a:gd name="connsiteY0" fmla="*/ 0 h 2000038"/>
              <a:gd name="connsiteX1" fmla="*/ 7160298 w 7160298"/>
              <a:gd name="connsiteY1" fmla="*/ 0 h 2000038"/>
              <a:gd name="connsiteX2" fmla="*/ 7160298 w 7160298"/>
              <a:gd name="connsiteY2" fmla="*/ 1167009 h 2000038"/>
              <a:gd name="connsiteX3" fmla="*/ 6921982 w 7160298"/>
              <a:gd name="connsiteY3" fmla="*/ 1285586 h 2000038"/>
              <a:gd name="connsiteX4" fmla="*/ 4560085 w 7160298"/>
              <a:gd name="connsiteY4" fmla="*/ 1929923 h 2000038"/>
              <a:gd name="connsiteX5" fmla="*/ 7473 w 7160298"/>
              <a:gd name="connsiteY5" fmla="*/ 443556 h 2000038"/>
              <a:gd name="connsiteX6" fmla="*/ 44188 w 7160298"/>
              <a:gd name="connsiteY6" fmla="*/ 25312 h 2000038"/>
              <a:gd name="connsiteX7" fmla="*/ 54207 w 7160298"/>
              <a:gd name="connsiteY7" fmla="*/ 0 h 200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60298" h="2000038">
                <a:moveTo>
                  <a:pt x="54207" y="0"/>
                </a:moveTo>
                <a:lnTo>
                  <a:pt x="7160298" y="0"/>
                </a:lnTo>
                <a:lnTo>
                  <a:pt x="7160298" y="1167009"/>
                </a:lnTo>
                <a:lnTo>
                  <a:pt x="6921982" y="1285586"/>
                </a:lnTo>
                <a:cubicBezTo>
                  <a:pt x="6262616" y="1588923"/>
                  <a:pt x="5450890" y="1819122"/>
                  <a:pt x="4560085" y="1929923"/>
                </a:cubicBezTo>
                <a:cubicBezTo>
                  <a:pt x="2184604" y="2225392"/>
                  <a:pt x="146330" y="1559923"/>
                  <a:pt x="7473" y="443556"/>
                </a:cubicBezTo>
                <a:cubicBezTo>
                  <a:pt x="-9884" y="304011"/>
                  <a:pt x="3258" y="164025"/>
                  <a:pt x="44188" y="25312"/>
                </a:cubicBezTo>
                <a:lnTo>
                  <a:pt x="54207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8"/>
            </p:custDataLst>
          </p:nvPr>
        </p:nvSpPr>
        <p:spPr>
          <a:xfrm>
            <a:off x="6751735" y="1"/>
            <a:ext cx="5440264" cy="857502"/>
          </a:xfrm>
          <a:custGeom>
            <a:avLst/>
            <a:gdLst>
              <a:gd name="connsiteX0" fmla="*/ 5859897 w 5859897"/>
              <a:gd name="connsiteY0" fmla="*/ 0 h 923645"/>
              <a:gd name="connsiteX1" fmla="*/ 5859897 w 5859897"/>
              <a:gd name="connsiteY1" fmla="*/ 155743 h 923645"/>
              <a:gd name="connsiteX2" fmla="*/ 5760536 w 5859897"/>
              <a:gd name="connsiteY2" fmla="*/ 213616 h 923645"/>
              <a:gd name="connsiteX3" fmla="*/ 3579527 w 5859897"/>
              <a:gd name="connsiteY3" fmla="*/ 866554 h 923645"/>
              <a:gd name="connsiteX4" fmla="*/ 90884 w 5859897"/>
              <a:gd name="connsiteY4" fmla="*/ 126132 h 923645"/>
              <a:gd name="connsiteX5" fmla="*/ 0 w 5859897"/>
              <a:gd name="connsiteY5" fmla="*/ 1 h 923645"/>
              <a:gd name="connsiteX6" fmla="*/ 5859897 w 5859897"/>
              <a:gd name="connsiteY6" fmla="*/ 0 h 923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59897" h="923645">
                <a:moveTo>
                  <a:pt x="5859897" y="0"/>
                </a:moveTo>
                <a:lnTo>
                  <a:pt x="5859897" y="155743"/>
                </a:lnTo>
                <a:lnTo>
                  <a:pt x="5760536" y="213616"/>
                </a:lnTo>
                <a:cubicBezTo>
                  <a:pt x="5184346" y="523714"/>
                  <a:pt x="4425757" y="761297"/>
                  <a:pt x="3579527" y="866554"/>
                </a:cubicBezTo>
                <a:cubicBezTo>
                  <a:pt x="2007957" y="1062030"/>
                  <a:pt x="617645" y="740970"/>
                  <a:pt x="90884" y="126132"/>
                </a:cubicBezTo>
                <a:lnTo>
                  <a:pt x="0" y="1"/>
                </a:lnTo>
                <a:lnTo>
                  <a:pt x="5859897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/>
          <p:cNvSpPr/>
          <p:nvPr userDrawn="1">
            <p:custDataLst>
              <p:tags r:id="rId3"/>
            </p:custDataLst>
          </p:nvPr>
        </p:nvSpPr>
        <p:spPr>
          <a:xfrm>
            <a:off x="5367981" y="2814348"/>
            <a:ext cx="6824019" cy="3986502"/>
          </a:xfrm>
          <a:custGeom>
            <a:avLst/>
            <a:gdLst>
              <a:gd name="connsiteX0" fmla="*/ 4798578 w 6824019"/>
              <a:gd name="connsiteY0" fmla="*/ 1005 h 3986502"/>
              <a:gd name="connsiteX1" fmla="*/ 5096439 w 6824019"/>
              <a:gd name="connsiteY1" fmla="*/ 1812 h 3986502"/>
              <a:gd name="connsiteX2" fmla="*/ 6528874 w 6824019"/>
              <a:gd name="connsiteY2" fmla="*/ 182401 h 3986502"/>
              <a:gd name="connsiteX3" fmla="*/ 6824019 w 6824019"/>
              <a:gd name="connsiteY3" fmla="*/ 267246 h 3986502"/>
              <a:gd name="connsiteX4" fmla="*/ 6824019 w 6824019"/>
              <a:gd name="connsiteY4" fmla="*/ 3192596 h 3986502"/>
              <a:gd name="connsiteX5" fmla="*/ 6596895 w 6824019"/>
              <a:gd name="connsiteY5" fmla="*/ 3305604 h 3986502"/>
              <a:gd name="connsiteX6" fmla="*/ 4345923 w 6824019"/>
              <a:gd name="connsiteY6" fmla="*/ 3919680 h 3986502"/>
              <a:gd name="connsiteX7" fmla="*/ 7122 w 6824019"/>
              <a:gd name="connsiteY7" fmla="*/ 2503120 h 3986502"/>
              <a:gd name="connsiteX8" fmla="*/ 3866694 w 6824019"/>
              <a:gd name="connsiteY8" fmla="*/ 66822 h 3986502"/>
              <a:gd name="connsiteX9" fmla="*/ 4798578 w 6824019"/>
              <a:gd name="connsiteY9" fmla="*/ 1005 h 398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24019" h="3986502">
                <a:moveTo>
                  <a:pt x="4798578" y="1005"/>
                </a:moveTo>
                <a:cubicBezTo>
                  <a:pt x="4899082" y="-571"/>
                  <a:pt x="4998420" y="-285"/>
                  <a:pt x="5096439" y="1812"/>
                </a:cubicBezTo>
                <a:cubicBezTo>
                  <a:pt x="5619204" y="12998"/>
                  <a:pt x="6104437" y="75726"/>
                  <a:pt x="6528874" y="182401"/>
                </a:cubicBezTo>
                <a:lnTo>
                  <a:pt x="6824019" y="267246"/>
                </a:lnTo>
                <a:lnTo>
                  <a:pt x="6824019" y="3192596"/>
                </a:lnTo>
                <a:lnTo>
                  <a:pt x="6596895" y="3305604"/>
                </a:lnTo>
                <a:cubicBezTo>
                  <a:pt x="5968496" y="3594695"/>
                  <a:pt x="5194893" y="3814082"/>
                  <a:pt x="4345923" y="3919680"/>
                </a:cubicBezTo>
                <a:cubicBezTo>
                  <a:pt x="2082006" y="4201272"/>
                  <a:pt x="139458" y="3567057"/>
                  <a:pt x="7122" y="2503120"/>
                </a:cubicBezTo>
                <a:cubicBezTo>
                  <a:pt x="-125213" y="1439182"/>
                  <a:pt x="1602776" y="348415"/>
                  <a:pt x="3866694" y="66822"/>
                </a:cubicBezTo>
                <a:cubicBezTo>
                  <a:pt x="4185058" y="27223"/>
                  <a:pt x="4497066" y="5735"/>
                  <a:pt x="4798578" y="1005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4"/>
            </p:custDataLst>
          </p:nvPr>
        </p:nvSpPr>
        <p:spPr>
          <a:xfrm>
            <a:off x="5177034" y="1765469"/>
            <a:ext cx="7014966" cy="3986502"/>
          </a:xfrm>
          <a:custGeom>
            <a:avLst/>
            <a:gdLst>
              <a:gd name="connsiteX0" fmla="*/ 4798578 w 7014966"/>
              <a:gd name="connsiteY0" fmla="*/ 1006 h 3986502"/>
              <a:gd name="connsiteX1" fmla="*/ 5096439 w 7014966"/>
              <a:gd name="connsiteY1" fmla="*/ 1812 h 3986502"/>
              <a:gd name="connsiteX2" fmla="*/ 6835437 w 7014966"/>
              <a:gd name="connsiteY2" fmla="*/ 270529 h 3986502"/>
              <a:gd name="connsiteX3" fmla="*/ 7014966 w 7014966"/>
              <a:gd name="connsiteY3" fmla="*/ 336770 h 3986502"/>
              <a:gd name="connsiteX4" fmla="*/ 7014966 w 7014966"/>
              <a:gd name="connsiteY4" fmla="*/ 3087717 h 3986502"/>
              <a:gd name="connsiteX5" fmla="*/ 6898669 w 7014966"/>
              <a:gd name="connsiteY5" fmla="*/ 3155454 h 3986502"/>
              <a:gd name="connsiteX6" fmla="*/ 4345923 w 7014966"/>
              <a:gd name="connsiteY6" fmla="*/ 3919680 h 3986502"/>
              <a:gd name="connsiteX7" fmla="*/ 7122 w 7014966"/>
              <a:gd name="connsiteY7" fmla="*/ 2503120 h 3986502"/>
              <a:gd name="connsiteX8" fmla="*/ 3866693 w 7014966"/>
              <a:gd name="connsiteY8" fmla="*/ 66823 h 3986502"/>
              <a:gd name="connsiteX9" fmla="*/ 4798578 w 7014966"/>
              <a:gd name="connsiteY9" fmla="*/ 1006 h 398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14966" h="3986502">
                <a:moveTo>
                  <a:pt x="4798578" y="1006"/>
                </a:moveTo>
                <a:cubicBezTo>
                  <a:pt x="4899083" y="-571"/>
                  <a:pt x="4998421" y="-285"/>
                  <a:pt x="5096439" y="1812"/>
                </a:cubicBezTo>
                <a:cubicBezTo>
                  <a:pt x="5749895" y="15795"/>
                  <a:pt x="6344707" y="110312"/>
                  <a:pt x="6835437" y="270529"/>
                </a:cubicBezTo>
                <a:lnTo>
                  <a:pt x="7014966" y="336770"/>
                </a:lnTo>
                <a:lnTo>
                  <a:pt x="7014966" y="3087717"/>
                </a:lnTo>
                <a:lnTo>
                  <a:pt x="6898669" y="3155454"/>
                </a:lnTo>
                <a:cubicBezTo>
                  <a:pt x="6224271" y="3518406"/>
                  <a:pt x="5336387" y="3796484"/>
                  <a:pt x="4345923" y="3919680"/>
                </a:cubicBezTo>
                <a:cubicBezTo>
                  <a:pt x="2082005" y="4201273"/>
                  <a:pt x="139458" y="3567058"/>
                  <a:pt x="7122" y="2503120"/>
                </a:cubicBezTo>
                <a:cubicBezTo>
                  <a:pt x="-125214" y="1439183"/>
                  <a:pt x="1602776" y="348415"/>
                  <a:pt x="3866693" y="66823"/>
                </a:cubicBezTo>
                <a:cubicBezTo>
                  <a:pt x="4185057" y="27224"/>
                  <a:pt x="4497066" y="5735"/>
                  <a:pt x="4798578" y="100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5"/>
            </p:custDataLst>
          </p:nvPr>
        </p:nvSpPr>
        <p:spPr>
          <a:xfrm>
            <a:off x="4553277" y="679618"/>
            <a:ext cx="7638723" cy="3986504"/>
          </a:xfrm>
          <a:custGeom>
            <a:avLst/>
            <a:gdLst>
              <a:gd name="connsiteX0" fmla="*/ 4798580 w 7638723"/>
              <a:gd name="connsiteY0" fmla="*/ 1006 h 3986504"/>
              <a:gd name="connsiteX1" fmla="*/ 5096441 w 7638723"/>
              <a:gd name="connsiteY1" fmla="*/ 1812 h 3986504"/>
              <a:gd name="connsiteX2" fmla="*/ 7596535 w 7638723"/>
              <a:gd name="connsiteY2" fmla="*/ 626671 h 3986504"/>
              <a:gd name="connsiteX3" fmla="*/ 7638723 w 7638723"/>
              <a:gd name="connsiteY3" fmla="*/ 658696 h 3986504"/>
              <a:gd name="connsiteX4" fmla="*/ 7638723 w 7638723"/>
              <a:gd name="connsiteY4" fmla="*/ 2648093 h 3986504"/>
              <a:gd name="connsiteX5" fmla="*/ 7421861 w 7638723"/>
              <a:gd name="connsiteY5" fmla="*/ 2825201 h 3986504"/>
              <a:gd name="connsiteX6" fmla="*/ 4345925 w 7638723"/>
              <a:gd name="connsiteY6" fmla="*/ 3919682 h 3986504"/>
              <a:gd name="connsiteX7" fmla="*/ 7122 w 7638723"/>
              <a:gd name="connsiteY7" fmla="*/ 2503121 h 3986504"/>
              <a:gd name="connsiteX8" fmla="*/ 3866695 w 7638723"/>
              <a:gd name="connsiteY8" fmla="*/ 66822 h 3986504"/>
              <a:gd name="connsiteX9" fmla="*/ 4798580 w 7638723"/>
              <a:gd name="connsiteY9" fmla="*/ 1006 h 3986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638723" h="3986504">
                <a:moveTo>
                  <a:pt x="4798580" y="1006"/>
                </a:moveTo>
                <a:cubicBezTo>
                  <a:pt x="4899085" y="-571"/>
                  <a:pt x="4998423" y="-285"/>
                  <a:pt x="5096441" y="1812"/>
                </a:cubicBezTo>
                <a:cubicBezTo>
                  <a:pt x="6141972" y="24185"/>
                  <a:pt x="7037373" y="252724"/>
                  <a:pt x="7596535" y="626671"/>
                </a:cubicBezTo>
                <a:lnTo>
                  <a:pt x="7638723" y="658696"/>
                </a:lnTo>
                <a:lnTo>
                  <a:pt x="7638723" y="2648093"/>
                </a:lnTo>
                <a:lnTo>
                  <a:pt x="7421861" y="2825201"/>
                </a:lnTo>
                <a:cubicBezTo>
                  <a:pt x="6723264" y="3346862"/>
                  <a:pt x="5619379" y="3761286"/>
                  <a:pt x="4345925" y="3919682"/>
                </a:cubicBezTo>
                <a:cubicBezTo>
                  <a:pt x="2082006" y="4201275"/>
                  <a:pt x="139457" y="3567059"/>
                  <a:pt x="7122" y="2503121"/>
                </a:cubicBezTo>
                <a:cubicBezTo>
                  <a:pt x="-125214" y="1439183"/>
                  <a:pt x="1602777" y="348415"/>
                  <a:pt x="3866695" y="66822"/>
                </a:cubicBezTo>
                <a:cubicBezTo>
                  <a:pt x="4185059" y="27224"/>
                  <a:pt x="4497068" y="5735"/>
                  <a:pt x="4798580" y="100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6"/>
            </p:custDataLst>
          </p:nvPr>
        </p:nvSpPr>
        <p:spPr>
          <a:xfrm>
            <a:off x="5937030" y="247650"/>
            <a:ext cx="6254970" cy="3024700"/>
          </a:xfrm>
          <a:custGeom>
            <a:avLst/>
            <a:gdLst>
              <a:gd name="connsiteX0" fmla="*/ 773322 w 6254970"/>
              <a:gd name="connsiteY0" fmla="*/ 0 h 3024700"/>
              <a:gd name="connsiteX1" fmla="*/ 6248382 w 6254970"/>
              <a:gd name="connsiteY1" fmla="*/ 1 h 3024700"/>
              <a:gd name="connsiteX2" fmla="*/ 6254970 w 6254970"/>
              <a:gd name="connsiteY2" fmla="*/ 8160 h 3024700"/>
              <a:gd name="connsiteX3" fmla="*/ 6254970 w 6254970"/>
              <a:gd name="connsiteY3" fmla="*/ 1626110 h 3024700"/>
              <a:gd name="connsiteX4" fmla="*/ 6118865 w 6254970"/>
              <a:gd name="connsiteY4" fmla="*/ 1795610 h 3024700"/>
              <a:gd name="connsiteX5" fmla="*/ 3515496 w 6254970"/>
              <a:gd name="connsiteY5" fmla="*/ 2981908 h 3024700"/>
              <a:gd name="connsiteX6" fmla="*/ 8923 w 6254970"/>
              <a:gd name="connsiteY6" fmla="*/ 1461833 h 3024700"/>
              <a:gd name="connsiteX7" fmla="*/ 602520 w 6254970"/>
              <a:gd name="connsiteY7" fmla="*/ 143655 h 3024700"/>
              <a:gd name="connsiteX8" fmla="*/ 773322 w 6254970"/>
              <a:gd name="connsiteY8" fmla="*/ 0 h 302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4970" h="3024700">
                <a:moveTo>
                  <a:pt x="773322" y="0"/>
                </a:moveTo>
                <a:lnTo>
                  <a:pt x="6248382" y="1"/>
                </a:lnTo>
                <a:lnTo>
                  <a:pt x="6254970" y="8160"/>
                </a:lnTo>
                <a:lnTo>
                  <a:pt x="6254970" y="1626110"/>
                </a:lnTo>
                <a:lnTo>
                  <a:pt x="6118865" y="1795610"/>
                </a:lnTo>
                <a:cubicBezTo>
                  <a:pt x="5595507" y="2381067"/>
                  <a:pt x="4643177" y="2841644"/>
                  <a:pt x="3515496" y="2981908"/>
                </a:cubicBezTo>
                <a:cubicBezTo>
                  <a:pt x="1711205" y="3206331"/>
                  <a:pt x="141259" y="2525771"/>
                  <a:pt x="8923" y="1461833"/>
                </a:cubicBezTo>
                <a:cubicBezTo>
                  <a:pt x="-48973" y="996361"/>
                  <a:pt x="177888" y="534623"/>
                  <a:pt x="602520" y="143655"/>
                </a:cubicBezTo>
                <a:lnTo>
                  <a:pt x="773322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0953750" cy="6858001"/>
          </a:xfrm>
          <a:prstGeom prst="rect">
            <a:avLst/>
          </a:prstGeom>
          <a:gradFill flip="none" rotWithShape="1">
            <a:gsLst>
              <a:gs pos="47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8"/>
            </p:custDataLst>
          </p:nvPr>
        </p:nvSpPr>
        <p:spPr>
          <a:xfrm>
            <a:off x="4949825" y="402590"/>
            <a:ext cx="4616450" cy="3066415"/>
          </a:xfrm>
        </p:spPr>
        <p:txBody>
          <a:bodyPr wrap="square" anchor="b">
            <a:normAutofit/>
          </a:bodyPr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 hasCustomPrompt="1"/>
            <p:custDataLst>
              <p:tags r:id="rId9"/>
            </p:custDataLst>
          </p:nvPr>
        </p:nvSpPr>
        <p:spPr>
          <a:xfrm>
            <a:off x="4949825" y="3512185"/>
            <a:ext cx="6367145" cy="2638425"/>
          </a:xfrm>
        </p:spPr>
        <p:txBody>
          <a:bodyPr wrap="square" tIns="0" anchor="t">
            <a:normAutofit/>
          </a:bodyPr>
          <a:lstStyle>
            <a:lvl1pPr marL="0" indent="0" algn="l">
              <a:buNone/>
              <a:defRPr sz="5400" b="1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编辑副标题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10"/>
            </p:custDataLst>
          </p:nvPr>
        </p:nvSpPr>
        <p:spPr>
          <a:xfrm>
            <a:off x="728726" y="2127248"/>
            <a:ext cx="3949700" cy="2425700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38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>
            <p:custDataLst>
              <p:tags r:id="rId14"/>
            </p:custDataLst>
          </p:nvPr>
        </p:nvCxnSpPr>
        <p:spPr>
          <a:xfrm>
            <a:off x="11284585" y="531495"/>
            <a:ext cx="288290" cy="0"/>
          </a:xfrm>
          <a:prstGeom prst="line">
            <a:avLst/>
          </a:prstGeom>
          <a:ln w="508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>
            <p:custDataLst>
              <p:tags r:id="rId15"/>
            </p:custDataLst>
          </p:nvPr>
        </p:nvCxnSpPr>
        <p:spPr>
          <a:xfrm>
            <a:off x="11391900" y="653415"/>
            <a:ext cx="180975" cy="0"/>
          </a:xfrm>
          <a:prstGeom prst="line">
            <a:avLst/>
          </a:prstGeom>
          <a:ln w="508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任意多边形: 形状 17"/>
          <p:cNvSpPr/>
          <p:nvPr>
            <p:custDataLst>
              <p:tags r:id="rId16"/>
            </p:custDataLst>
          </p:nvPr>
        </p:nvSpPr>
        <p:spPr>
          <a:xfrm flipH="1">
            <a:off x="9695812" y="2706769"/>
            <a:ext cx="575944" cy="575944"/>
          </a:xfrm>
          <a:custGeom>
            <a:avLst/>
            <a:gdLst>
              <a:gd name="connsiteX0" fmla="*/ 790692 w 1872853"/>
              <a:gd name="connsiteY0" fmla="*/ 619482 h 1872853"/>
              <a:gd name="connsiteX1" fmla="*/ 977860 w 1872853"/>
              <a:gd name="connsiteY1" fmla="*/ 619482 h 1872853"/>
              <a:gd name="connsiteX2" fmla="*/ 713184 w 1872853"/>
              <a:gd name="connsiteY2" fmla="*/ 873085 h 1872853"/>
              <a:gd name="connsiteX3" fmla="*/ 1413152 w 1872853"/>
              <a:gd name="connsiteY3" fmla="*/ 873085 h 1872853"/>
              <a:gd name="connsiteX4" fmla="*/ 1413152 w 1872853"/>
              <a:gd name="connsiteY4" fmla="*/ 999768 h 1872853"/>
              <a:gd name="connsiteX5" fmla="*/ 713184 w 1872853"/>
              <a:gd name="connsiteY5" fmla="*/ 999768 h 1872853"/>
              <a:gd name="connsiteX6" fmla="*/ 977860 w 1872853"/>
              <a:gd name="connsiteY6" fmla="*/ 1253371 h 1872853"/>
              <a:gd name="connsiteX7" fmla="*/ 790692 w 1872853"/>
              <a:gd name="connsiteY7" fmla="*/ 1253371 h 1872853"/>
              <a:gd name="connsiteX8" fmla="*/ 459698 w 1872853"/>
              <a:gd name="connsiteY8" fmla="*/ 936426 h 1872853"/>
              <a:gd name="connsiteX9" fmla="*/ 936428 w 1872853"/>
              <a:gd name="connsiteY9" fmla="*/ 58341 h 1872853"/>
              <a:gd name="connsiteX10" fmla="*/ 58342 w 1872853"/>
              <a:gd name="connsiteY10" fmla="*/ 936427 h 1872853"/>
              <a:gd name="connsiteX11" fmla="*/ 936428 w 1872853"/>
              <a:gd name="connsiteY11" fmla="*/ 1814513 h 1872853"/>
              <a:gd name="connsiteX12" fmla="*/ 1814514 w 1872853"/>
              <a:gd name="connsiteY12" fmla="*/ 936427 h 1872853"/>
              <a:gd name="connsiteX13" fmla="*/ 936428 w 1872853"/>
              <a:gd name="connsiteY13" fmla="*/ 58341 h 1872853"/>
              <a:gd name="connsiteX14" fmla="*/ 936427 w 1872853"/>
              <a:gd name="connsiteY14" fmla="*/ 0 h 1872853"/>
              <a:gd name="connsiteX15" fmla="*/ 1872853 w 1872853"/>
              <a:gd name="connsiteY15" fmla="*/ 936427 h 1872853"/>
              <a:gd name="connsiteX16" fmla="*/ 936427 w 1872853"/>
              <a:gd name="connsiteY16" fmla="*/ 1872853 h 1872853"/>
              <a:gd name="connsiteX17" fmla="*/ 0 w 1872853"/>
              <a:gd name="connsiteY17" fmla="*/ 936427 h 1872853"/>
              <a:gd name="connsiteX18" fmla="*/ 936427 w 1872853"/>
              <a:gd name="connsiteY18" fmla="*/ 0 h 1872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72853" h="1872853">
                <a:moveTo>
                  <a:pt x="790692" y="619482"/>
                </a:moveTo>
                <a:lnTo>
                  <a:pt x="977860" y="619482"/>
                </a:lnTo>
                <a:lnTo>
                  <a:pt x="713184" y="873085"/>
                </a:lnTo>
                <a:lnTo>
                  <a:pt x="1413152" y="873085"/>
                </a:lnTo>
                <a:lnTo>
                  <a:pt x="1413152" y="999768"/>
                </a:lnTo>
                <a:lnTo>
                  <a:pt x="713184" y="999768"/>
                </a:lnTo>
                <a:lnTo>
                  <a:pt x="977860" y="1253371"/>
                </a:lnTo>
                <a:lnTo>
                  <a:pt x="790692" y="1253371"/>
                </a:lnTo>
                <a:lnTo>
                  <a:pt x="459698" y="936426"/>
                </a:lnTo>
                <a:close/>
                <a:moveTo>
                  <a:pt x="936428" y="58341"/>
                </a:moveTo>
                <a:cubicBezTo>
                  <a:pt x="451487" y="58341"/>
                  <a:pt x="58342" y="451485"/>
                  <a:pt x="58342" y="936427"/>
                </a:cubicBezTo>
                <a:cubicBezTo>
                  <a:pt x="58342" y="1421368"/>
                  <a:pt x="451487" y="1814513"/>
                  <a:pt x="936428" y="1814513"/>
                </a:cubicBezTo>
                <a:cubicBezTo>
                  <a:pt x="1421370" y="1814513"/>
                  <a:pt x="1814514" y="1421368"/>
                  <a:pt x="1814514" y="936427"/>
                </a:cubicBezTo>
                <a:cubicBezTo>
                  <a:pt x="1814514" y="451485"/>
                  <a:pt x="1421370" y="58341"/>
                  <a:pt x="936428" y="58341"/>
                </a:cubicBezTo>
                <a:close/>
                <a:moveTo>
                  <a:pt x="936427" y="0"/>
                </a:moveTo>
                <a:cubicBezTo>
                  <a:pt x="1453515" y="0"/>
                  <a:pt x="1872853" y="419338"/>
                  <a:pt x="1872853" y="936427"/>
                </a:cubicBezTo>
                <a:cubicBezTo>
                  <a:pt x="1872853" y="1453515"/>
                  <a:pt x="1453515" y="1872853"/>
                  <a:pt x="936427" y="1872853"/>
                </a:cubicBezTo>
                <a:cubicBezTo>
                  <a:pt x="419338" y="1872853"/>
                  <a:pt x="0" y="1453515"/>
                  <a:pt x="0" y="936427"/>
                </a:cubicBezTo>
                <a:cubicBezTo>
                  <a:pt x="0" y="419338"/>
                  <a:pt x="419338" y="0"/>
                  <a:pt x="936427" y="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3"/>
            </p:custDataLst>
          </p:nvPr>
        </p:nvSpPr>
        <p:spPr>
          <a:xfrm flipH="1">
            <a:off x="8036" y="2167102"/>
            <a:ext cx="7337226" cy="4286311"/>
          </a:xfrm>
          <a:custGeom>
            <a:avLst/>
            <a:gdLst>
              <a:gd name="connsiteX0" fmla="*/ 4798578 w 6824019"/>
              <a:gd name="connsiteY0" fmla="*/ 1005 h 3986502"/>
              <a:gd name="connsiteX1" fmla="*/ 5096439 w 6824019"/>
              <a:gd name="connsiteY1" fmla="*/ 1812 h 3986502"/>
              <a:gd name="connsiteX2" fmla="*/ 6528874 w 6824019"/>
              <a:gd name="connsiteY2" fmla="*/ 182401 h 3986502"/>
              <a:gd name="connsiteX3" fmla="*/ 6824019 w 6824019"/>
              <a:gd name="connsiteY3" fmla="*/ 267246 h 3986502"/>
              <a:gd name="connsiteX4" fmla="*/ 6824019 w 6824019"/>
              <a:gd name="connsiteY4" fmla="*/ 3192596 h 3986502"/>
              <a:gd name="connsiteX5" fmla="*/ 6596895 w 6824019"/>
              <a:gd name="connsiteY5" fmla="*/ 3305604 h 3986502"/>
              <a:gd name="connsiteX6" fmla="*/ 4345923 w 6824019"/>
              <a:gd name="connsiteY6" fmla="*/ 3919680 h 3986502"/>
              <a:gd name="connsiteX7" fmla="*/ 7122 w 6824019"/>
              <a:gd name="connsiteY7" fmla="*/ 2503120 h 3986502"/>
              <a:gd name="connsiteX8" fmla="*/ 3866694 w 6824019"/>
              <a:gd name="connsiteY8" fmla="*/ 66822 h 3986502"/>
              <a:gd name="connsiteX9" fmla="*/ 4798578 w 6824019"/>
              <a:gd name="connsiteY9" fmla="*/ 1005 h 398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24019" h="3986502">
                <a:moveTo>
                  <a:pt x="4798578" y="1005"/>
                </a:moveTo>
                <a:cubicBezTo>
                  <a:pt x="4899082" y="-571"/>
                  <a:pt x="4998420" y="-285"/>
                  <a:pt x="5096439" y="1812"/>
                </a:cubicBezTo>
                <a:cubicBezTo>
                  <a:pt x="5619204" y="12998"/>
                  <a:pt x="6104437" y="75726"/>
                  <a:pt x="6528874" y="182401"/>
                </a:cubicBezTo>
                <a:lnTo>
                  <a:pt x="6824019" y="267246"/>
                </a:lnTo>
                <a:lnTo>
                  <a:pt x="6824019" y="3192596"/>
                </a:lnTo>
                <a:lnTo>
                  <a:pt x="6596895" y="3305604"/>
                </a:lnTo>
                <a:cubicBezTo>
                  <a:pt x="5968496" y="3594695"/>
                  <a:pt x="5194893" y="3814082"/>
                  <a:pt x="4345923" y="3919680"/>
                </a:cubicBezTo>
                <a:cubicBezTo>
                  <a:pt x="2082006" y="4201272"/>
                  <a:pt x="139458" y="3567057"/>
                  <a:pt x="7122" y="2503120"/>
                </a:cubicBezTo>
                <a:cubicBezTo>
                  <a:pt x="-125213" y="1439182"/>
                  <a:pt x="1602776" y="348415"/>
                  <a:pt x="3866694" y="66822"/>
                </a:cubicBezTo>
                <a:cubicBezTo>
                  <a:pt x="4185058" y="27223"/>
                  <a:pt x="4497066" y="5735"/>
                  <a:pt x="4798578" y="1005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6667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4"/>
            </p:custDataLst>
          </p:nvPr>
        </p:nvSpPr>
        <p:spPr>
          <a:xfrm flipH="1">
            <a:off x="8036" y="1172703"/>
            <a:ext cx="7751245" cy="4286310"/>
          </a:xfrm>
          <a:custGeom>
            <a:avLst/>
            <a:gdLst>
              <a:gd name="connsiteX0" fmla="*/ 4798578 w 7014966"/>
              <a:gd name="connsiteY0" fmla="*/ 1006 h 3986502"/>
              <a:gd name="connsiteX1" fmla="*/ 5096439 w 7014966"/>
              <a:gd name="connsiteY1" fmla="*/ 1812 h 3986502"/>
              <a:gd name="connsiteX2" fmla="*/ 6835437 w 7014966"/>
              <a:gd name="connsiteY2" fmla="*/ 270529 h 3986502"/>
              <a:gd name="connsiteX3" fmla="*/ 7014966 w 7014966"/>
              <a:gd name="connsiteY3" fmla="*/ 336770 h 3986502"/>
              <a:gd name="connsiteX4" fmla="*/ 7014966 w 7014966"/>
              <a:gd name="connsiteY4" fmla="*/ 3087717 h 3986502"/>
              <a:gd name="connsiteX5" fmla="*/ 6898669 w 7014966"/>
              <a:gd name="connsiteY5" fmla="*/ 3155454 h 3986502"/>
              <a:gd name="connsiteX6" fmla="*/ 4345923 w 7014966"/>
              <a:gd name="connsiteY6" fmla="*/ 3919680 h 3986502"/>
              <a:gd name="connsiteX7" fmla="*/ 7122 w 7014966"/>
              <a:gd name="connsiteY7" fmla="*/ 2503120 h 3986502"/>
              <a:gd name="connsiteX8" fmla="*/ 3866693 w 7014966"/>
              <a:gd name="connsiteY8" fmla="*/ 66823 h 3986502"/>
              <a:gd name="connsiteX9" fmla="*/ 4798578 w 7014966"/>
              <a:gd name="connsiteY9" fmla="*/ 1006 h 398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14966" h="3986502">
                <a:moveTo>
                  <a:pt x="4798578" y="1006"/>
                </a:moveTo>
                <a:cubicBezTo>
                  <a:pt x="4899083" y="-571"/>
                  <a:pt x="4998421" y="-285"/>
                  <a:pt x="5096439" y="1812"/>
                </a:cubicBezTo>
                <a:cubicBezTo>
                  <a:pt x="5749895" y="15795"/>
                  <a:pt x="6344707" y="110312"/>
                  <a:pt x="6835437" y="270529"/>
                </a:cubicBezTo>
                <a:lnTo>
                  <a:pt x="7014966" y="336770"/>
                </a:lnTo>
                <a:lnTo>
                  <a:pt x="7014966" y="3087717"/>
                </a:lnTo>
                <a:lnTo>
                  <a:pt x="6898669" y="3155454"/>
                </a:lnTo>
                <a:cubicBezTo>
                  <a:pt x="6224271" y="3518406"/>
                  <a:pt x="5336387" y="3796484"/>
                  <a:pt x="4345923" y="3919680"/>
                </a:cubicBezTo>
                <a:cubicBezTo>
                  <a:pt x="2082005" y="4201273"/>
                  <a:pt x="139458" y="3567058"/>
                  <a:pt x="7122" y="2503120"/>
                </a:cubicBezTo>
                <a:cubicBezTo>
                  <a:pt x="-125214" y="1439183"/>
                  <a:pt x="1602776" y="348415"/>
                  <a:pt x="3866693" y="66823"/>
                </a:cubicBezTo>
                <a:cubicBezTo>
                  <a:pt x="4185057" y="27224"/>
                  <a:pt x="4497066" y="5735"/>
                  <a:pt x="4798578" y="100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6" name="任意多边形: 形状 35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8234765" cy="4210806"/>
          </a:xfrm>
          <a:custGeom>
            <a:avLst/>
            <a:gdLst>
              <a:gd name="connsiteX0" fmla="*/ 3366299 w 8163409"/>
              <a:gd name="connsiteY0" fmla="*/ 1213 h 4210806"/>
              <a:gd name="connsiteX1" fmla="*/ 3876004 w 8163409"/>
              <a:gd name="connsiteY1" fmla="*/ 23220 h 4210806"/>
              <a:gd name="connsiteX2" fmla="*/ 8160970 w 8163409"/>
              <a:gd name="connsiteY2" fmla="*/ 2415313 h 4210806"/>
              <a:gd name="connsiteX3" fmla="*/ 3584719 w 8163409"/>
              <a:gd name="connsiteY3" fmla="*/ 4187586 h 4210806"/>
              <a:gd name="connsiteX4" fmla="*/ 218844 w 8163409"/>
              <a:gd name="connsiteY4" fmla="*/ 3190724 h 4210806"/>
              <a:gd name="connsiteX5" fmla="*/ 0 w 8163409"/>
              <a:gd name="connsiteY5" fmla="*/ 3030854 h 4210806"/>
              <a:gd name="connsiteX6" fmla="*/ 0 w 8163409"/>
              <a:gd name="connsiteY6" fmla="*/ 776275 h 4210806"/>
              <a:gd name="connsiteX7" fmla="*/ 137859 w 8163409"/>
              <a:gd name="connsiteY7" fmla="*/ 684253 h 4210806"/>
              <a:gd name="connsiteX8" fmla="*/ 2551928 w 8163409"/>
              <a:gd name="connsiteY8" fmla="*/ 24674 h 4210806"/>
              <a:gd name="connsiteX9" fmla="*/ 2871678 w 8163409"/>
              <a:gd name="connsiteY9" fmla="*/ 6551 h 4210806"/>
              <a:gd name="connsiteX10" fmla="*/ 3366299 w 8163409"/>
              <a:gd name="connsiteY10" fmla="*/ 1213 h 4210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163409" h="4210806">
                <a:moveTo>
                  <a:pt x="3366299" y="1213"/>
                </a:moveTo>
                <a:cubicBezTo>
                  <a:pt x="3533869" y="3921"/>
                  <a:pt x="3703952" y="11186"/>
                  <a:pt x="3876004" y="23220"/>
                </a:cubicBezTo>
                <a:cubicBezTo>
                  <a:pt x="6322961" y="194379"/>
                  <a:pt x="8241408" y="1265354"/>
                  <a:pt x="8160970" y="2415313"/>
                </a:cubicBezTo>
                <a:cubicBezTo>
                  <a:pt x="8080535" y="3565270"/>
                  <a:pt x="6031677" y="4358744"/>
                  <a:pt x="3584719" y="4187586"/>
                </a:cubicBezTo>
                <a:cubicBezTo>
                  <a:pt x="2208305" y="4091309"/>
                  <a:pt x="999113" y="3710325"/>
                  <a:pt x="218844" y="3190724"/>
                </a:cubicBezTo>
                <a:lnTo>
                  <a:pt x="0" y="3030854"/>
                </a:lnTo>
                <a:lnTo>
                  <a:pt x="0" y="776275"/>
                </a:lnTo>
                <a:lnTo>
                  <a:pt x="137859" y="684253"/>
                </a:lnTo>
                <a:cubicBezTo>
                  <a:pt x="722326" y="335533"/>
                  <a:pt x="1570851" y="98699"/>
                  <a:pt x="2551928" y="24674"/>
                </a:cubicBezTo>
                <a:cubicBezTo>
                  <a:pt x="2657043" y="16744"/>
                  <a:pt x="2763681" y="10681"/>
                  <a:pt x="2871678" y="6551"/>
                </a:cubicBezTo>
                <a:cubicBezTo>
                  <a:pt x="3033674" y="355"/>
                  <a:pt x="3198729" y="-1495"/>
                  <a:pt x="3366299" y="1213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3" name="任意多边形: 形状 22"/>
          <p:cNvSpPr/>
          <p:nvPr userDrawn="1">
            <p:custDataLst>
              <p:tags r:id="rId6"/>
            </p:custDataLst>
          </p:nvPr>
        </p:nvSpPr>
        <p:spPr>
          <a:xfrm flipH="1">
            <a:off x="0" y="2385"/>
            <a:ext cx="6749143" cy="2788033"/>
          </a:xfrm>
          <a:custGeom>
            <a:avLst/>
            <a:gdLst>
              <a:gd name="connsiteX0" fmla="*/ 6400800 w 6400800"/>
              <a:gd name="connsiteY0" fmla="*/ 0 h 2788033"/>
              <a:gd name="connsiteX1" fmla="*/ 469715 w 6400800"/>
              <a:gd name="connsiteY1" fmla="*/ 0 h 2788033"/>
              <a:gd name="connsiteX2" fmla="*/ 330006 w 6400800"/>
              <a:gd name="connsiteY2" fmla="*/ 152389 h 2788033"/>
              <a:gd name="connsiteX3" fmla="*/ 9131 w 6400800"/>
              <a:gd name="connsiteY3" fmla="*/ 1188730 h 2788033"/>
              <a:gd name="connsiteX4" fmla="*/ 3597457 w 6400800"/>
              <a:gd name="connsiteY4" fmla="*/ 2744244 h 2788033"/>
              <a:gd name="connsiteX5" fmla="*/ 6261522 w 6400800"/>
              <a:gd name="connsiteY5" fmla="*/ 1530289 h 2788033"/>
              <a:gd name="connsiteX6" fmla="*/ 6400800 w 6400800"/>
              <a:gd name="connsiteY6" fmla="*/ 1356837 h 2788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00800" h="2788033">
                <a:moveTo>
                  <a:pt x="6400800" y="0"/>
                </a:moveTo>
                <a:lnTo>
                  <a:pt x="469715" y="0"/>
                </a:lnTo>
                <a:lnTo>
                  <a:pt x="330006" y="152389"/>
                </a:lnTo>
                <a:cubicBezTo>
                  <a:pt x="84173" y="476393"/>
                  <a:pt x="-35304" y="831487"/>
                  <a:pt x="9131" y="1188730"/>
                </a:cubicBezTo>
                <a:cubicBezTo>
                  <a:pt x="144553" y="2277473"/>
                  <a:pt x="1751101" y="2973900"/>
                  <a:pt x="3597457" y="2744244"/>
                </a:cubicBezTo>
                <a:cubicBezTo>
                  <a:pt x="4751429" y="2600710"/>
                  <a:pt x="5725962" y="2129395"/>
                  <a:pt x="6261522" y="1530289"/>
                </a:cubicBezTo>
                <a:lnTo>
                  <a:pt x="6400800" y="1356837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7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7" name="矩形 16"/>
          <p:cNvSpPr/>
          <p:nvPr userDrawn="1">
            <p:custDataLst>
              <p:tags r:id="rId7"/>
            </p:custDataLst>
          </p:nvPr>
        </p:nvSpPr>
        <p:spPr>
          <a:xfrm flipH="1">
            <a:off x="695959" y="0"/>
            <a:ext cx="11496035" cy="6858000"/>
          </a:xfrm>
          <a:prstGeom prst="rect">
            <a:avLst/>
          </a:prstGeom>
          <a:gradFill flip="none" rotWithShape="1">
            <a:gsLst>
              <a:gs pos="47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9" name="直接连接符 8"/>
          <p:cNvCxnSpPr/>
          <p:nvPr userDrawn="1">
            <p:custDataLst>
              <p:tags r:id="rId8"/>
            </p:custDataLst>
          </p:nvPr>
        </p:nvCxnSpPr>
        <p:spPr>
          <a:xfrm flipH="1">
            <a:off x="619125" y="531495"/>
            <a:ext cx="288290" cy="0"/>
          </a:xfrm>
          <a:prstGeom prst="line">
            <a:avLst/>
          </a:prstGeom>
          <a:ln w="508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>
            <p:custDataLst>
              <p:tags r:id="rId9"/>
            </p:custDataLst>
          </p:nvPr>
        </p:nvCxnSpPr>
        <p:spPr>
          <a:xfrm flipH="1">
            <a:off x="619125" y="653415"/>
            <a:ext cx="180975" cy="0"/>
          </a:xfrm>
          <a:prstGeom prst="line">
            <a:avLst/>
          </a:prstGeom>
          <a:ln w="508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>
            <p:custDataLst>
              <p:tags r:id="rId10"/>
            </p:custDataLst>
          </p:nvPr>
        </p:nvCxnSpPr>
        <p:spPr>
          <a:xfrm flipH="1">
            <a:off x="588000" y="780024"/>
            <a:ext cx="1101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任意多边形: 形状 12"/>
          <p:cNvSpPr/>
          <p:nvPr userDrawn="1">
            <p:custDataLst>
              <p:tags r:id="rId11"/>
            </p:custDataLst>
          </p:nvPr>
        </p:nvSpPr>
        <p:spPr>
          <a:xfrm flipH="1">
            <a:off x="11192081" y="5360949"/>
            <a:ext cx="180000" cy="36000"/>
          </a:xfrm>
          <a:custGeom>
            <a:avLst/>
            <a:gdLst/>
            <a:ahLst/>
            <a:cxnLst/>
            <a:rect l="l" t="t" r="r" b="b"/>
            <a:pathLst>
              <a:path w="61727" h="20203">
                <a:moveTo>
                  <a:pt x="0" y="0"/>
                </a:moveTo>
                <a:lnTo>
                  <a:pt x="61727" y="0"/>
                </a:lnTo>
                <a:lnTo>
                  <a:pt x="61727" y="20203"/>
                </a:lnTo>
                <a:lnTo>
                  <a:pt x="0" y="2020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 userDrawn="1">
            <p:custDataLst>
              <p:tags r:id="rId12"/>
            </p:custDataLst>
          </p:nvPr>
        </p:nvSpPr>
        <p:spPr>
          <a:xfrm flipH="1">
            <a:off x="10994437" y="5360949"/>
            <a:ext cx="180000" cy="36000"/>
          </a:xfrm>
          <a:custGeom>
            <a:avLst/>
            <a:gdLst/>
            <a:ahLst/>
            <a:cxnLst/>
            <a:rect l="l" t="t" r="r" b="b"/>
            <a:pathLst>
              <a:path w="61727" h="20203">
                <a:moveTo>
                  <a:pt x="0" y="0"/>
                </a:moveTo>
                <a:lnTo>
                  <a:pt x="61727" y="0"/>
                </a:lnTo>
                <a:lnTo>
                  <a:pt x="61727" y="20203"/>
                </a:lnTo>
                <a:lnTo>
                  <a:pt x="0" y="2020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13"/>
            </p:custDataLst>
          </p:nvPr>
        </p:nvSpPr>
        <p:spPr>
          <a:xfrm>
            <a:off x="3234055" y="3380105"/>
            <a:ext cx="8125460" cy="1663065"/>
          </a:xfrm>
        </p:spPr>
        <p:txBody>
          <a:bodyPr wrap="square" anchor="t">
            <a:normAutofit/>
          </a:bodyPr>
          <a:lstStyle>
            <a:lvl1pPr algn="r">
              <a:lnSpc>
                <a:spcPct val="10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14"/>
            </p:custDataLst>
          </p:nvPr>
        </p:nvSpPr>
        <p:spPr>
          <a:xfrm>
            <a:off x="3233420" y="1155065"/>
            <a:ext cx="8126095" cy="2081530"/>
          </a:xfrm>
        </p:spPr>
        <p:txBody>
          <a:bodyPr wrap="square"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6400" b="1">
                <a:solidFill>
                  <a:schemeClr val="accent1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公司名占位符 6"/>
          <p:cNvSpPr>
            <a:spLocks noGrp="1"/>
          </p:cNvSpPr>
          <p:nvPr userDrawn="1">
            <p:ph type="body" sz="quarter" idx="13" hasCustomPrompt="1"/>
            <p:custDataLst>
              <p:tags r:id="rId18"/>
            </p:custDataLst>
          </p:nvPr>
        </p:nvSpPr>
        <p:spPr>
          <a:xfrm>
            <a:off x="8479380" y="342227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9"/>
            </p:custDataLst>
          </p:nvPr>
        </p:nvSpPr>
        <p:spPr>
          <a:xfrm>
            <a:off x="8003902" y="5126949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tags" Target="../tags/tag105.xml"/><Relationship Id="rId22" Type="http://schemas.openxmlformats.org/officeDocument/2006/relationships/tags" Target="../tags/tag104.xml"/><Relationship Id="rId21" Type="http://schemas.openxmlformats.org/officeDocument/2006/relationships/tags" Target="../tags/tag103.xml"/><Relationship Id="rId20" Type="http://schemas.openxmlformats.org/officeDocument/2006/relationships/tags" Target="../tags/tag102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1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13"/>
            </p:custDataLst>
          </p:nvPr>
        </p:nvSpPr>
        <p:spPr>
          <a:xfrm>
            <a:off x="4521627" y="2377067"/>
            <a:ext cx="7670374" cy="4480932"/>
          </a:xfrm>
          <a:custGeom>
            <a:avLst/>
            <a:gdLst>
              <a:gd name="connsiteX0" fmla="*/ 4798578 w 6824019"/>
              <a:gd name="connsiteY0" fmla="*/ 1005 h 3986502"/>
              <a:gd name="connsiteX1" fmla="*/ 5096439 w 6824019"/>
              <a:gd name="connsiteY1" fmla="*/ 1812 h 3986502"/>
              <a:gd name="connsiteX2" fmla="*/ 6528874 w 6824019"/>
              <a:gd name="connsiteY2" fmla="*/ 182401 h 3986502"/>
              <a:gd name="connsiteX3" fmla="*/ 6824019 w 6824019"/>
              <a:gd name="connsiteY3" fmla="*/ 267246 h 3986502"/>
              <a:gd name="connsiteX4" fmla="*/ 6824019 w 6824019"/>
              <a:gd name="connsiteY4" fmla="*/ 3192596 h 3986502"/>
              <a:gd name="connsiteX5" fmla="*/ 6596895 w 6824019"/>
              <a:gd name="connsiteY5" fmla="*/ 3305604 h 3986502"/>
              <a:gd name="connsiteX6" fmla="*/ 4345923 w 6824019"/>
              <a:gd name="connsiteY6" fmla="*/ 3919680 h 3986502"/>
              <a:gd name="connsiteX7" fmla="*/ 7122 w 6824019"/>
              <a:gd name="connsiteY7" fmla="*/ 2503120 h 3986502"/>
              <a:gd name="connsiteX8" fmla="*/ 3866694 w 6824019"/>
              <a:gd name="connsiteY8" fmla="*/ 66822 h 3986502"/>
              <a:gd name="connsiteX9" fmla="*/ 4798578 w 6824019"/>
              <a:gd name="connsiteY9" fmla="*/ 1005 h 398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24019" h="3986502">
                <a:moveTo>
                  <a:pt x="4798578" y="1005"/>
                </a:moveTo>
                <a:cubicBezTo>
                  <a:pt x="4899082" y="-571"/>
                  <a:pt x="4998420" y="-285"/>
                  <a:pt x="5096439" y="1812"/>
                </a:cubicBezTo>
                <a:cubicBezTo>
                  <a:pt x="5619204" y="12998"/>
                  <a:pt x="6104437" y="75726"/>
                  <a:pt x="6528874" y="182401"/>
                </a:cubicBezTo>
                <a:lnTo>
                  <a:pt x="6824019" y="267246"/>
                </a:lnTo>
                <a:lnTo>
                  <a:pt x="6824019" y="3192596"/>
                </a:lnTo>
                <a:lnTo>
                  <a:pt x="6596895" y="3305604"/>
                </a:lnTo>
                <a:cubicBezTo>
                  <a:pt x="5968496" y="3594695"/>
                  <a:pt x="5194893" y="3814082"/>
                  <a:pt x="4345923" y="3919680"/>
                </a:cubicBezTo>
                <a:cubicBezTo>
                  <a:pt x="2082006" y="4201272"/>
                  <a:pt x="139458" y="3567057"/>
                  <a:pt x="7122" y="2503120"/>
                </a:cubicBezTo>
                <a:cubicBezTo>
                  <a:pt x="-125213" y="1439182"/>
                  <a:pt x="1602776" y="348415"/>
                  <a:pt x="3866694" y="66822"/>
                </a:cubicBezTo>
                <a:cubicBezTo>
                  <a:pt x="4185058" y="27223"/>
                  <a:pt x="4497066" y="5735"/>
                  <a:pt x="4798578" y="1005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14"/>
            </p:custDataLst>
          </p:nvPr>
        </p:nvSpPr>
        <p:spPr>
          <a:xfrm>
            <a:off x="4287683" y="1324587"/>
            <a:ext cx="7904318" cy="4491907"/>
          </a:xfrm>
          <a:custGeom>
            <a:avLst/>
            <a:gdLst>
              <a:gd name="connsiteX0" fmla="*/ 4798578 w 7014966"/>
              <a:gd name="connsiteY0" fmla="*/ 1006 h 3986502"/>
              <a:gd name="connsiteX1" fmla="*/ 5096439 w 7014966"/>
              <a:gd name="connsiteY1" fmla="*/ 1812 h 3986502"/>
              <a:gd name="connsiteX2" fmla="*/ 6835437 w 7014966"/>
              <a:gd name="connsiteY2" fmla="*/ 270529 h 3986502"/>
              <a:gd name="connsiteX3" fmla="*/ 7014966 w 7014966"/>
              <a:gd name="connsiteY3" fmla="*/ 336770 h 3986502"/>
              <a:gd name="connsiteX4" fmla="*/ 7014966 w 7014966"/>
              <a:gd name="connsiteY4" fmla="*/ 3087717 h 3986502"/>
              <a:gd name="connsiteX5" fmla="*/ 6898669 w 7014966"/>
              <a:gd name="connsiteY5" fmla="*/ 3155454 h 3986502"/>
              <a:gd name="connsiteX6" fmla="*/ 4345923 w 7014966"/>
              <a:gd name="connsiteY6" fmla="*/ 3919680 h 3986502"/>
              <a:gd name="connsiteX7" fmla="*/ 7122 w 7014966"/>
              <a:gd name="connsiteY7" fmla="*/ 2503120 h 3986502"/>
              <a:gd name="connsiteX8" fmla="*/ 3866693 w 7014966"/>
              <a:gd name="connsiteY8" fmla="*/ 66823 h 3986502"/>
              <a:gd name="connsiteX9" fmla="*/ 4798578 w 7014966"/>
              <a:gd name="connsiteY9" fmla="*/ 1006 h 3986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14966" h="3986502">
                <a:moveTo>
                  <a:pt x="4798578" y="1006"/>
                </a:moveTo>
                <a:cubicBezTo>
                  <a:pt x="4899083" y="-571"/>
                  <a:pt x="4998421" y="-285"/>
                  <a:pt x="5096439" y="1812"/>
                </a:cubicBezTo>
                <a:cubicBezTo>
                  <a:pt x="5749895" y="15795"/>
                  <a:pt x="6344707" y="110312"/>
                  <a:pt x="6835437" y="270529"/>
                </a:cubicBezTo>
                <a:lnTo>
                  <a:pt x="7014966" y="336770"/>
                </a:lnTo>
                <a:lnTo>
                  <a:pt x="7014966" y="3087717"/>
                </a:lnTo>
                <a:lnTo>
                  <a:pt x="6898669" y="3155454"/>
                </a:lnTo>
                <a:cubicBezTo>
                  <a:pt x="6224271" y="3518406"/>
                  <a:pt x="5336387" y="3796484"/>
                  <a:pt x="4345923" y="3919680"/>
                </a:cubicBezTo>
                <a:cubicBezTo>
                  <a:pt x="2082005" y="4201273"/>
                  <a:pt x="139458" y="3567058"/>
                  <a:pt x="7122" y="2503120"/>
                </a:cubicBezTo>
                <a:cubicBezTo>
                  <a:pt x="-125214" y="1439183"/>
                  <a:pt x="1602776" y="348415"/>
                  <a:pt x="3866693" y="66823"/>
                </a:cubicBezTo>
                <a:cubicBezTo>
                  <a:pt x="4185057" y="27224"/>
                  <a:pt x="4497066" y="5735"/>
                  <a:pt x="4798578" y="100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15"/>
            </p:custDataLst>
          </p:nvPr>
        </p:nvSpPr>
        <p:spPr>
          <a:xfrm>
            <a:off x="3584849" y="181895"/>
            <a:ext cx="8607152" cy="4491909"/>
          </a:xfrm>
          <a:custGeom>
            <a:avLst/>
            <a:gdLst>
              <a:gd name="connsiteX0" fmla="*/ 4798580 w 7638723"/>
              <a:gd name="connsiteY0" fmla="*/ 1006 h 3986504"/>
              <a:gd name="connsiteX1" fmla="*/ 5096441 w 7638723"/>
              <a:gd name="connsiteY1" fmla="*/ 1812 h 3986504"/>
              <a:gd name="connsiteX2" fmla="*/ 7596535 w 7638723"/>
              <a:gd name="connsiteY2" fmla="*/ 626671 h 3986504"/>
              <a:gd name="connsiteX3" fmla="*/ 7638723 w 7638723"/>
              <a:gd name="connsiteY3" fmla="*/ 658696 h 3986504"/>
              <a:gd name="connsiteX4" fmla="*/ 7638723 w 7638723"/>
              <a:gd name="connsiteY4" fmla="*/ 2648093 h 3986504"/>
              <a:gd name="connsiteX5" fmla="*/ 7421861 w 7638723"/>
              <a:gd name="connsiteY5" fmla="*/ 2825201 h 3986504"/>
              <a:gd name="connsiteX6" fmla="*/ 4345925 w 7638723"/>
              <a:gd name="connsiteY6" fmla="*/ 3919682 h 3986504"/>
              <a:gd name="connsiteX7" fmla="*/ 7122 w 7638723"/>
              <a:gd name="connsiteY7" fmla="*/ 2503121 h 3986504"/>
              <a:gd name="connsiteX8" fmla="*/ 3866695 w 7638723"/>
              <a:gd name="connsiteY8" fmla="*/ 66822 h 3986504"/>
              <a:gd name="connsiteX9" fmla="*/ 4798580 w 7638723"/>
              <a:gd name="connsiteY9" fmla="*/ 1006 h 3986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638723" h="3986504">
                <a:moveTo>
                  <a:pt x="4798580" y="1006"/>
                </a:moveTo>
                <a:cubicBezTo>
                  <a:pt x="4899085" y="-571"/>
                  <a:pt x="4998423" y="-285"/>
                  <a:pt x="5096441" y="1812"/>
                </a:cubicBezTo>
                <a:cubicBezTo>
                  <a:pt x="6141972" y="24185"/>
                  <a:pt x="7037373" y="252724"/>
                  <a:pt x="7596535" y="626671"/>
                </a:cubicBezTo>
                <a:lnTo>
                  <a:pt x="7638723" y="658696"/>
                </a:lnTo>
                <a:lnTo>
                  <a:pt x="7638723" y="2648093"/>
                </a:lnTo>
                <a:lnTo>
                  <a:pt x="7421861" y="2825201"/>
                </a:lnTo>
                <a:cubicBezTo>
                  <a:pt x="6723264" y="3346862"/>
                  <a:pt x="5619379" y="3761286"/>
                  <a:pt x="4345925" y="3919682"/>
                </a:cubicBezTo>
                <a:cubicBezTo>
                  <a:pt x="2082006" y="4201275"/>
                  <a:pt x="139457" y="3567059"/>
                  <a:pt x="7122" y="2503121"/>
                </a:cubicBezTo>
                <a:cubicBezTo>
                  <a:pt x="-125214" y="1439183"/>
                  <a:pt x="1602777" y="348415"/>
                  <a:pt x="3866695" y="66822"/>
                </a:cubicBezTo>
                <a:cubicBezTo>
                  <a:pt x="4185059" y="27224"/>
                  <a:pt x="4497068" y="5735"/>
                  <a:pt x="4798580" y="100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16"/>
            </p:custDataLst>
          </p:nvPr>
        </p:nvSpPr>
        <p:spPr>
          <a:xfrm>
            <a:off x="5715000" y="114299"/>
            <a:ext cx="6477000" cy="3132066"/>
          </a:xfrm>
          <a:custGeom>
            <a:avLst/>
            <a:gdLst>
              <a:gd name="connsiteX0" fmla="*/ 773322 w 6254970"/>
              <a:gd name="connsiteY0" fmla="*/ 0 h 3024700"/>
              <a:gd name="connsiteX1" fmla="*/ 6248382 w 6254970"/>
              <a:gd name="connsiteY1" fmla="*/ 1 h 3024700"/>
              <a:gd name="connsiteX2" fmla="*/ 6254970 w 6254970"/>
              <a:gd name="connsiteY2" fmla="*/ 8160 h 3024700"/>
              <a:gd name="connsiteX3" fmla="*/ 6254970 w 6254970"/>
              <a:gd name="connsiteY3" fmla="*/ 1626110 h 3024700"/>
              <a:gd name="connsiteX4" fmla="*/ 6118865 w 6254970"/>
              <a:gd name="connsiteY4" fmla="*/ 1795610 h 3024700"/>
              <a:gd name="connsiteX5" fmla="*/ 3515496 w 6254970"/>
              <a:gd name="connsiteY5" fmla="*/ 2981908 h 3024700"/>
              <a:gd name="connsiteX6" fmla="*/ 8923 w 6254970"/>
              <a:gd name="connsiteY6" fmla="*/ 1461833 h 3024700"/>
              <a:gd name="connsiteX7" fmla="*/ 602520 w 6254970"/>
              <a:gd name="connsiteY7" fmla="*/ 143655 h 3024700"/>
              <a:gd name="connsiteX8" fmla="*/ 773322 w 6254970"/>
              <a:gd name="connsiteY8" fmla="*/ 0 h 302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4970" h="3024700">
                <a:moveTo>
                  <a:pt x="773322" y="0"/>
                </a:moveTo>
                <a:lnTo>
                  <a:pt x="6248382" y="1"/>
                </a:lnTo>
                <a:lnTo>
                  <a:pt x="6254970" y="8160"/>
                </a:lnTo>
                <a:lnTo>
                  <a:pt x="6254970" y="1626110"/>
                </a:lnTo>
                <a:lnTo>
                  <a:pt x="6118865" y="1795610"/>
                </a:lnTo>
                <a:cubicBezTo>
                  <a:pt x="5595507" y="2381067"/>
                  <a:pt x="4643177" y="2841644"/>
                  <a:pt x="3515496" y="2981908"/>
                </a:cubicBezTo>
                <a:cubicBezTo>
                  <a:pt x="1711205" y="3206331"/>
                  <a:pt x="141259" y="2525771"/>
                  <a:pt x="8923" y="1461833"/>
                </a:cubicBezTo>
                <a:cubicBezTo>
                  <a:pt x="-48973" y="996361"/>
                  <a:pt x="177888" y="534623"/>
                  <a:pt x="602520" y="143655"/>
                </a:cubicBezTo>
                <a:lnTo>
                  <a:pt x="773322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635000" dist="127000" dir="2700000" algn="tl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3" name="矩形 12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7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4" name="KSO_TEMPLATE" hidden="1"/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0" Type="http://schemas.openxmlformats.org/officeDocument/2006/relationships/slideLayout" Target="../slideLayouts/slideLayout3.xml"/><Relationship Id="rId2" Type="http://schemas.openxmlformats.org/officeDocument/2006/relationships/tags" Target="../tags/tag112.xml"/><Relationship Id="rId19" Type="http://schemas.openxmlformats.org/officeDocument/2006/relationships/tags" Target="../tags/tag129.xml"/><Relationship Id="rId18" Type="http://schemas.openxmlformats.org/officeDocument/2006/relationships/tags" Target="../tags/tag128.xml"/><Relationship Id="rId17" Type="http://schemas.openxmlformats.org/officeDocument/2006/relationships/tags" Target="../tags/tag127.xml"/><Relationship Id="rId16" Type="http://schemas.openxmlformats.org/officeDocument/2006/relationships/tags" Target="../tags/tag126.xml"/><Relationship Id="rId15" Type="http://schemas.openxmlformats.org/officeDocument/2006/relationships/tags" Target="../tags/tag125.xml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tags" Target="../tags/tag122.xml"/><Relationship Id="rId11" Type="http://schemas.openxmlformats.org/officeDocument/2006/relationships/tags" Target="../tags/tag121.xml"/><Relationship Id="rId10" Type="http://schemas.openxmlformats.org/officeDocument/2006/relationships/tags" Target="../tags/tag120.xml"/><Relationship Id="rId1" Type="http://schemas.openxmlformats.org/officeDocument/2006/relationships/tags" Target="../tags/tag11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1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工作总结汇报模板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SIMPLE</a:t>
            </a:r>
            <a:endParaRPr lang="en-US" altLang="zh-CN"/>
          </a:p>
        </p:txBody>
      </p:sp>
      <p:sp>
        <p:nvSpPr>
          <p:cNvPr id="6" name="公司名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金山办公软件有限公司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altLang="zh-CN"/>
              <a:t>汇报人：WPS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986808" y="3058202"/>
            <a:ext cx="1062473" cy="62225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 fontScale="97500"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chemeClr val="accent1"/>
                </a:solidFill>
                <a:latin typeface="+mj-ea"/>
                <a:ea typeface="+mj-ea"/>
              </a:rPr>
              <a:t>01.</a:t>
            </a:r>
            <a:endParaRPr lang="en-US" sz="40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986808" y="3817620"/>
            <a:ext cx="2135721" cy="1427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单击添加目录项标题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0" name="矩形 19"/>
          <p:cNvSpPr/>
          <p:nvPr>
            <p:custDataLst>
              <p:tags r:id="rId4"/>
            </p:custDataLst>
          </p:nvPr>
        </p:nvSpPr>
        <p:spPr>
          <a:xfrm>
            <a:off x="783432" y="2738338"/>
            <a:ext cx="2542473" cy="31750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5"/>
            </p:custDataLst>
          </p:nvPr>
        </p:nvCxnSpPr>
        <p:spPr>
          <a:xfrm>
            <a:off x="986808" y="5405795"/>
            <a:ext cx="252000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序号"/>
          <p:cNvSpPr txBox="1"/>
          <p:nvPr>
            <p:custDataLst>
              <p:tags r:id="rId6"/>
            </p:custDataLst>
          </p:nvPr>
        </p:nvSpPr>
        <p:spPr>
          <a:xfrm>
            <a:off x="3681029" y="3058202"/>
            <a:ext cx="1062473" cy="62225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 fontScale="97500"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chemeClr val="accent1"/>
                </a:solidFill>
                <a:latin typeface="+mj-ea"/>
                <a:ea typeface="+mj-ea"/>
              </a:rPr>
              <a:t>02.</a:t>
            </a:r>
            <a:endParaRPr lang="en-US" sz="40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5" name="项标题"/>
          <p:cNvSpPr txBox="1"/>
          <p:nvPr>
            <p:custDataLst>
              <p:tags r:id="rId7"/>
            </p:custDataLst>
          </p:nvPr>
        </p:nvSpPr>
        <p:spPr>
          <a:xfrm>
            <a:off x="3681029" y="3817620"/>
            <a:ext cx="2135721" cy="1427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单击添加目录项标题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6" name="矩形 25"/>
          <p:cNvSpPr/>
          <p:nvPr>
            <p:custDataLst>
              <p:tags r:id="rId8"/>
            </p:custDataLst>
          </p:nvPr>
        </p:nvSpPr>
        <p:spPr>
          <a:xfrm>
            <a:off x="3477653" y="2738338"/>
            <a:ext cx="2542473" cy="31750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9"/>
            </p:custDataLst>
          </p:nvPr>
        </p:nvCxnSpPr>
        <p:spPr>
          <a:xfrm>
            <a:off x="3681029" y="5405795"/>
            <a:ext cx="252000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序号"/>
          <p:cNvSpPr txBox="1"/>
          <p:nvPr>
            <p:custDataLst>
              <p:tags r:id="rId10"/>
            </p:custDataLst>
          </p:nvPr>
        </p:nvSpPr>
        <p:spPr>
          <a:xfrm>
            <a:off x="6375250" y="3058201"/>
            <a:ext cx="1062473" cy="62225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 fontScale="97500"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chemeClr val="accent1"/>
                </a:solidFill>
                <a:latin typeface="+mj-ea"/>
                <a:ea typeface="+mj-ea"/>
              </a:rPr>
              <a:t>03.</a:t>
            </a:r>
            <a:endParaRPr lang="en-US" sz="40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0" name="项标题"/>
          <p:cNvSpPr txBox="1"/>
          <p:nvPr>
            <p:custDataLst>
              <p:tags r:id="rId11"/>
            </p:custDataLst>
          </p:nvPr>
        </p:nvSpPr>
        <p:spPr>
          <a:xfrm>
            <a:off x="6375250" y="3817619"/>
            <a:ext cx="2135721" cy="1427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单击添加目录项标题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1" name="矩形 30"/>
          <p:cNvSpPr/>
          <p:nvPr>
            <p:custDataLst>
              <p:tags r:id="rId12"/>
            </p:custDataLst>
          </p:nvPr>
        </p:nvSpPr>
        <p:spPr>
          <a:xfrm>
            <a:off x="6171874" y="2738337"/>
            <a:ext cx="2542473" cy="31750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13"/>
            </p:custDataLst>
          </p:nvPr>
        </p:nvCxnSpPr>
        <p:spPr>
          <a:xfrm>
            <a:off x="6375250" y="5405794"/>
            <a:ext cx="252000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序号"/>
          <p:cNvSpPr txBox="1"/>
          <p:nvPr>
            <p:custDataLst>
              <p:tags r:id="rId14"/>
            </p:custDataLst>
          </p:nvPr>
        </p:nvSpPr>
        <p:spPr>
          <a:xfrm>
            <a:off x="9069472" y="3058200"/>
            <a:ext cx="1062473" cy="62225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 fontScale="97500"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chemeClr val="accent1"/>
                </a:solidFill>
                <a:latin typeface="+mj-ea"/>
                <a:ea typeface="+mj-ea"/>
              </a:rPr>
              <a:t>04.</a:t>
            </a:r>
            <a:endParaRPr lang="en-US" sz="40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8" name="项标题"/>
          <p:cNvSpPr txBox="1"/>
          <p:nvPr>
            <p:custDataLst>
              <p:tags r:id="rId15"/>
            </p:custDataLst>
          </p:nvPr>
        </p:nvSpPr>
        <p:spPr>
          <a:xfrm>
            <a:off x="9069472" y="3817618"/>
            <a:ext cx="2135721" cy="14274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单击添加目录项标题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9" name="矩形 38"/>
          <p:cNvSpPr/>
          <p:nvPr>
            <p:custDataLst>
              <p:tags r:id="rId16"/>
            </p:custDataLst>
          </p:nvPr>
        </p:nvSpPr>
        <p:spPr>
          <a:xfrm>
            <a:off x="8866096" y="2738336"/>
            <a:ext cx="2542473" cy="31750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3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40" name="直接连接符 39"/>
          <p:cNvCxnSpPr/>
          <p:nvPr>
            <p:custDataLst>
              <p:tags r:id="rId17"/>
            </p:custDataLst>
          </p:nvPr>
        </p:nvCxnSpPr>
        <p:spPr>
          <a:xfrm>
            <a:off x="9069472" y="5405793"/>
            <a:ext cx="252000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任意多边形: 形状 18"/>
          <p:cNvSpPr/>
          <p:nvPr>
            <p:custDataLst>
              <p:tags r:id="rId18"/>
            </p:custDataLst>
          </p:nvPr>
        </p:nvSpPr>
        <p:spPr>
          <a:xfrm>
            <a:off x="2992545" y="1174494"/>
            <a:ext cx="3527679" cy="446228"/>
          </a:xfrm>
          <a:custGeom>
            <a:avLst/>
            <a:gdLst>
              <a:gd name="connsiteX0" fmla="*/ 697992 w 3527679"/>
              <a:gd name="connsiteY0" fmla="*/ 116434 h 446228"/>
              <a:gd name="connsiteX1" fmla="*/ 649528 w 3527679"/>
              <a:gd name="connsiteY1" fmla="*/ 129540 h 446228"/>
              <a:gd name="connsiteX2" fmla="*/ 615086 w 3527679"/>
              <a:gd name="connsiteY2" fmla="*/ 166726 h 446228"/>
              <a:gd name="connsiteX3" fmla="*/ 602284 w 3527679"/>
              <a:gd name="connsiteY3" fmla="*/ 223114 h 446228"/>
              <a:gd name="connsiteX4" fmla="*/ 615086 w 3527679"/>
              <a:gd name="connsiteY4" fmla="*/ 279502 h 446228"/>
              <a:gd name="connsiteX5" fmla="*/ 649528 w 3527679"/>
              <a:gd name="connsiteY5" fmla="*/ 316688 h 446228"/>
              <a:gd name="connsiteX6" fmla="*/ 697992 w 3527679"/>
              <a:gd name="connsiteY6" fmla="*/ 329794 h 446228"/>
              <a:gd name="connsiteX7" fmla="*/ 746455 w 3527679"/>
              <a:gd name="connsiteY7" fmla="*/ 316688 h 446228"/>
              <a:gd name="connsiteX8" fmla="*/ 780897 w 3527679"/>
              <a:gd name="connsiteY8" fmla="*/ 279502 h 446228"/>
              <a:gd name="connsiteX9" fmla="*/ 793699 w 3527679"/>
              <a:gd name="connsiteY9" fmla="*/ 223114 h 446228"/>
              <a:gd name="connsiteX10" fmla="*/ 780897 w 3527679"/>
              <a:gd name="connsiteY10" fmla="*/ 166726 h 446228"/>
              <a:gd name="connsiteX11" fmla="*/ 746455 w 3527679"/>
              <a:gd name="connsiteY11" fmla="*/ 129540 h 446228"/>
              <a:gd name="connsiteX12" fmla="*/ 697992 w 3527679"/>
              <a:gd name="connsiteY12" fmla="*/ 116434 h 446228"/>
              <a:gd name="connsiteX13" fmla="*/ 2737485 w 3527679"/>
              <a:gd name="connsiteY13" fmla="*/ 9754 h 446228"/>
              <a:gd name="connsiteX14" fmla="*/ 3131286 w 3527679"/>
              <a:gd name="connsiteY14" fmla="*/ 9754 h 446228"/>
              <a:gd name="connsiteX15" fmla="*/ 3131286 w 3527679"/>
              <a:gd name="connsiteY15" fmla="*/ 121311 h 446228"/>
              <a:gd name="connsiteX16" fmla="*/ 3006318 w 3527679"/>
              <a:gd name="connsiteY16" fmla="*/ 121311 h 446228"/>
              <a:gd name="connsiteX17" fmla="*/ 3006318 w 3527679"/>
              <a:gd name="connsiteY17" fmla="*/ 436474 h 446228"/>
              <a:gd name="connsiteX18" fmla="*/ 2862453 w 3527679"/>
              <a:gd name="connsiteY18" fmla="*/ 436474 h 446228"/>
              <a:gd name="connsiteX19" fmla="*/ 2862453 w 3527679"/>
              <a:gd name="connsiteY19" fmla="*/ 121311 h 446228"/>
              <a:gd name="connsiteX20" fmla="*/ 2737485 w 3527679"/>
              <a:gd name="connsiteY20" fmla="*/ 121311 h 446228"/>
              <a:gd name="connsiteX21" fmla="*/ 2284018 w 3527679"/>
              <a:gd name="connsiteY21" fmla="*/ 9754 h 446228"/>
              <a:gd name="connsiteX22" fmla="*/ 2402281 w 3527679"/>
              <a:gd name="connsiteY22" fmla="*/ 9754 h 446228"/>
              <a:gd name="connsiteX23" fmla="*/ 2564435 w 3527679"/>
              <a:gd name="connsiteY23" fmla="*/ 203607 h 446228"/>
              <a:gd name="connsiteX24" fmla="*/ 2564435 w 3527679"/>
              <a:gd name="connsiteY24" fmla="*/ 9754 h 446228"/>
              <a:gd name="connsiteX25" fmla="*/ 2704643 w 3527679"/>
              <a:gd name="connsiteY25" fmla="*/ 9754 h 446228"/>
              <a:gd name="connsiteX26" fmla="*/ 2704643 w 3527679"/>
              <a:gd name="connsiteY26" fmla="*/ 436474 h 446228"/>
              <a:gd name="connsiteX27" fmla="*/ 2586380 w 3527679"/>
              <a:gd name="connsiteY27" fmla="*/ 436474 h 446228"/>
              <a:gd name="connsiteX28" fmla="*/ 2424226 w 3527679"/>
              <a:gd name="connsiteY28" fmla="*/ 242621 h 446228"/>
              <a:gd name="connsiteX29" fmla="*/ 2424226 w 3527679"/>
              <a:gd name="connsiteY29" fmla="*/ 436474 h 446228"/>
              <a:gd name="connsiteX30" fmla="*/ 2284018 w 3527679"/>
              <a:gd name="connsiteY30" fmla="*/ 436474 h 446228"/>
              <a:gd name="connsiteX31" fmla="*/ 1874443 w 3527679"/>
              <a:gd name="connsiteY31" fmla="*/ 9754 h 446228"/>
              <a:gd name="connsiteX32" fmla="*/ 2221306 w 3527679"/>
              <a:gd name="connsiteY32" fmla="*/ 9754 h 446228"/>
              <a:gd name="connsiteX33" fmla="*/ 2221306 w 3527679"/>
              <a:gd name="connsiteY33" fmla="*/ 118263 h 446228"/>
              <a:gd name="connsiteX34" fmla="*/ 2015871 w 3527679"/>
              <a:gd name="connsiteY34" fmla="*/ 118263 h 446228"/>
              <a:gd name="connsiteX35" fmla="*/ 2015871 w 3527679"/>
              <a:gd name="connsiteY35" fmla="*/ 168250 h 446228"/>
              <a:gd name="connsiteX36" fmla="*/ 2196312 w 3527679"/>
              <a:gd name="connsiteY36" fmla="*/ 168250 h 446228"/>
              <a:gd name="connsiteX37" fmla="*/ 2196312 w 3527679"/>
              <a:gd name="connsiteY37" fmla="*/ 271882 h 446228"/>
              <a:gd name="connsiteX38" fmla="*/ 2015871 w 3527679"/>
              <a:gd name="connsiteY38" fmla="*/ 271882 h 446228"/>
              <a:gd name="connsiteX39" fmla="*/ 2015871 w 3527679"/>
              <a:gd name="connsiteY39" fmla="*/ 327965 h 446228"/>
              <a:gd name="connsiteX40" fmla="*/ 2229231 w 3527679"/>
              <a:gd name="connsiteY40" fmla="*/ 327965 h 446228"/>
              <a:gd name="connsiteX41" fmla="*/ 2229231 w 3527679"/>
              <a:gd name="connsiteY41" fmla="*/ 436474 h 446228"/>
              <a:gd name="connsiteX42" fmla="*/ 1874443 w 3527679"/>
              <a:gd name="connsiteY42" fmla="*/ 436474 h 446228"/>
              <a:gd name="connsiteX43" fmla="*/ 1442085 w 3527679"/>
              <a:gd name="connsiteY43" fmla="*/ 9754 h 446228"/>
              <a:gd name="connsiteX44" fmla="*/ 1835886 w 3527679"/>
              <a:gd name="connsiteY44" fmla="*/ 9754 h 446228"/>
              <a:gd name="connsiteX45" fmla="*/ 1835886 w 3527679"/>
              <a:gd name="connsiteY45" fmla="*/ 121311 h 446228"/>
              <a:gd name="connsiteX46" fmla="*/ 1710918 w 3527679"/>
              <a:gd name="connsiteY46" fmla="*/ 121311 h 446228"/>
              <a:gd name="connsiteX47" fmla="*/ 1710918 w 3527679"/>
              <a:gd name="connsiteY47" fmla="*/ 436474 h 446228"/>
              <a:gd name="connsiteX48" fmla="*/ 1567053 w 3527679"/>
              <a:gd name="connsiteY48" fmla="*/ 436474 h 446228"/>
              <a:gd name="connsiteX49" fmla="*/ 1567053 w 3527679"/>
              <a:gd name="connsiteY49" fmla="*/ 121311 h 446228"/>
              <a:gd name="connsiteX50" fmla="*/ 1442085 w 3527679"/>
              <a:gd name="connsiteY50" fmla="*/ 121311 h 446228"/>
              <a:gd name="connsiteX51" fmla="*/ 988618 w 3527679"/>
              <a:gd name="connsiteY51" fmla="*/ 9754 h 446228"/>
              <a:gd name="connsiteX52" fmla="*/ 1106881 w 3527679"/>
              <a:gd name="connsiteY52" fmla="*/ 9754 h 446228"/>
              <a:gd name="connsiteX53" fmla="*/ 1269034 w 3527679"/>
              <a:gd name="connsiteY53" fmla="*/ 203607 h 446228"/>
              <a:gd name="connsiteX54" fmla="*/ 1269034 w 3527679"/>
              <a:gd name="connsiteY54" fmla="*/ 9754 h 446228"/>
              <a:gd name="connsiteX55" fmla="*/ 1409242 w 3527679"/>
              <a:gd name="connsiteY55" fmla="*/ 9754 h 446228"/>
              <a:gd name="connsiteX56" fmla="*/ 1409242 w 3527679"/>
              <a:gd name="connsiteY56" fmla="*/ 436474 h 446228"/>
              <a:gd name="connsiteX57" fmla="*/ 1290980 w 3527679"/>
              <a:gd name="connsiteY57" fmla="*/ 436474 h 446228"/>
              <a:gd name="connsiteX58" fmla="*/ 1128826 w 3527679"/>
              <a:gd name="connsiteY58" fmla="*/ 242621 h 446228"/>
              <a:gd name="connsiteX59" fmla="*/ 1128826 w 3527679"/>
              <a:gd name="connsiteY59" fmla="*/ 436474 h 446228"/>
              <a:gd name="connsiteX60" fmla="*/ 988618 w 3527679"/>
              <a:gd name="connsiteY60" fmla="*/ 436474 h 446228"/>
              <a:gd name="connsiteX61" fmla="*/ 3348456 w 3527679"/>
              <a:gd name="connsiteY61" fmla="*/ 0 h 446228"/>
              <a:gd name="connsiteX62" fmla="*/ 3434715 w 3527679"/>
              <a:gd name="connsiteY62" fmla="*/ 9449 h 446228"/>
              <a:gd name="connsiteX63" fmla="*/ 3509390 w 3527679"/>
              <a:gd name="connsiteY63" fmla="*/ 37186 h 446228"/>
              <a:gd name="connsiteX64" fmla="*/ 3466109 w 3527679"/>
              <a:gd name="connsiteY64" fmla="*/ 141428 h 446228"/>
              <a:gd name="connsiteX65" fmla="*/ 3347237 w 3527679"/>
              <a:gd name="connsiteY65" fmla="*/ 109728 h 446228"/>
              <a:gd name="connsiteX66" fmla="*/ 3291763 w 3527679"/>
              <a:gd name="connsiteY66" fmla="*/ 136551 h 446228"/>
              <a:gd name="connsiteX67" fmla="*/ 3308223 w 3527679"/>
              <a:gd name="connsiteY67" fmla="*/ 155753 h 446228"/>
              <a:gd name="connsiteX68" fmla="*/ 3362477 w 3527679"/>
              <a:gd name="connsiteY68" fmla="*/ 169469 h 446228"/>
              <a:gd name="connsiteX69" fmla="*/ 3444773 w 3527679"/>
              <a:gd name="connsiteY69" fmla="*/ 190500 h 446228"/>
              <a:gd name="connsiteX70" fmla="*/ 3502990 w 3527679"/>
              <a:gd name="connsiteY70" fmla="*/ 229210 h 446228"/>
              <a:gd name="connsiteX71" fmla="*/ 3527679 w 3527679"/>
              <a:gd name="connsiteY71" fmla="*/ 302362 h 446228"/>
              <a:gd name="connsiteX72" fmla="*/ 3505123 w 3527679"/>
              <a:gd name="connsiteY72" fmla="*/ 375209 h 446228"/>
              <a:gd name="connsiteX73" fmla="*/ 3437763 w 3527679"/>
              <a:gd name="connsiteY73" fmla="*/ 427025 h 446228"/>
              <a:gd name="connsiteX74" fmla="*/ 3328949 w 3527679"/>
              <a:gd name="connsiteY74" fmla="*/ 446228 h 446228"/>
              <a:gd name="connsiteX75" fmla="*/ 3225622 w 3527679"/>
              <a:gd name="connsiteY75" fmla="*/ 434340 h 446228"/>
              <a:gd name="connsiteX76" fmla="*/ 3143021 w 3527679"/>
              <a:gd name="connsiteY76" fmla="*/ 402336 h 446228"/>
              <a:gd name="connsiteX77" fmla="*/ 3189351 w 3527679"/>
              <a:gd name="connsiteY77" fmla="*/ 297485 h 446228"/>
              <a:gd name="connsiteX78" fmla="*/ 3257626 w 3527679"/>
              <a:gd name="connsiteY78" fmla="*/ 325832 h 446228"/>
              <a:gd name="connsiteX79" fmla="*/ 3330168 w 3527679"/>
              <a:gd name="connsiteY79" fmla="*/ 336500 h 446228"/>
              <a:gd name="connsiteX80" fmla="*/ 3372840 w 3527679"/>
              <a:gd name="connsiteY80" fmla="*/ 330708 h 446228"/>
              <a:gd name="connsiteX81" fmla="*/ 3385642 w 3527679"/>
              <a:gd name="connsiteY81" fmla="*/ 313335 h 446228"/>
              <a:gd name="connsiteX82" fmla="*/ 3368878 w 3527679"/>
              <a:gd name="connsiteY82" fmla="*/ 293218 h 446228"/>
              <a:gd name="connsiteX83" fmla="*/ 3313709 w 3527679"/>
              <a:gd name="connsiteY83" fmla="*/ 278588 h 446228"/>
              <a:gd name="connsiteX84" fmla="*/ 3231413 w 3527679"/>
              <a:gd name="connsiteY84" fmla="*/ 256337 h 446228"/>
              <a:gd name="connsiteX85" fmla="*/ 3174111 w 3527679"/>
              <a:gd name="connsiteY85" fmla="*/ 217323 h 446228"/>
              <a:gd name="connsiteX86" fmla="*/ 3149727 w 3527679"/>
              <a:gd name="connsiteY86" fmla="*/ 143866 h 446228"/>
              <a:gd name="connsiteX87" fmla="*/ 3172282 w 3527679"/>
              <a:gd name="connsiteY87" fmla="*/ 70714 h 446228"/>
              <a:gd name="connsiteX88" fmla="*/ 3239643 w 3527679"/>
              <a:gd name="connsiteY88" fmla="*/ 18898 h 446228"/>
              <a:gd name="connsiteX89" fmla="*/ 3348456 w 3527679"/>
              <a:gd name="connsiteY89" fmla="*/ 0 h 446228"/>
              <a:gd name="connsiteX90" fmla="*/ 697992 w 3527679"/>
              <a:gd name="connsiteY90" fmla="*/ 0 h 446228"/>
              <a:gd name="connsiteX91" fmla="*/ 821740 w 3527679"/>
              <a:gd name="connsiteY91" fmla="*/ 28652 h 446228"/>
              <a:gd name="connsiteX92" fmla="*/ 907694 w 3527679"/>
              <a:gd name="connsiteY92" fmla="*/ 108204 h 446228"/>
              <a:gd name="connsiteX93" fmla="*/ 938784 w 3527679"/>
              <a:gd name="connsiteY93" fmla="*/ 223114 h 446228"/>
              <a:gd name="connsiteX94" fmla="*/ 907694 w 3527679"/>
              <a:gd name="connsiteY94" fmla="*/ 338024 h 446228"/>
              <a:gd name="connsiteX95" fmla="*/ 821740 w 3527679"/>
              <a:gd name="connsiteY95" fmla="*/ 417577 h 446228"/>
              <a:gd name="connsiteX96" fmla="*/ 697992 w 3527679"/>
              <a:gd name="connsiteY96" fmla="*/ 446228 h 446228"/>
              <a:gd name="connsiteX97" fmla="*/ 574243 w 3527679"/>
              <a:gd name="connsiteY97" fmla="*/ 417577 h 446228"/>
              <a:gd name="connsiteX98" fmla="*/ 488289 w 3527679"/>
              <a:gd name="connsiteY98" fmla="*/ 338024 h 446228"/>
              <a:gd name="connsiteX99" fmla="*/ 457200 w 3527679"/>
              <a:gd name="connsiteY99" fmla="*/ 223114 h 446228"/>
              <a:gd name="connsiteX100" fmla="*/ 488289 w 3527679"/>
              <a:gd name="connsiteY100" fmla="*/ 108204 h 446228"/>
              <a:gd name="connsiteX101" fmla="*/ 574243 w 3527679"/>
              <a:gd name="connsiteY101" fmla="*/ 28652 h 446228"/>
              <a:gd name="connsiteX102" fmla="*/ 697992 w 3527679"/>
              <a:gd name="connsiteY102" fmla="*/ 0 h 446228"/>
              <a:gd name="connsiteX103" fmla="*/ 237744 w 3527679"/>
              <a:gd name="connsiteY103" fmla="*/ 0 h 446228"/>
              <a:gd name="connsiteX104" fmla="*/ 348691 w 3527679"/>
              <a:gd name="connsiteY104" fmla="*/ 21946 h 446228"/>
              <a:gd name="connsiteX105" fmla="*/ 429158 w 3527679"/>
              <a:gd name="connsiteY105" fmla="*/ 85344 h 446228"/>
              <a:gd name="connsiteX106" fmla="*/ 338328 w 3527679"/>
              <a:gd name="connsiteY106" fmla="*/ 166421 h 446228"/>
              <a:gd name="connsiteX107" fmla="*/ 245059 w 3527679"/>
              <a:gd name="connsiteY107" fmla="*/ 116434 h 446228"/>
              <a:gd name="connsiteX108" fmla="*/ 172516 w 3527679"/>
              <a:gd name="connsiteY108" fmla="*/ 145390 h 446228"/>
              <a:gd name="connsiteX109" fmla="*/ 145084 w 3527679"/>
              <a:gd name="connsiteY109" fmla="*/ 223114 h 446228"/>
              <a:gd name="connsiteX110" fmla="*/ 172516 w 3527679"/>
              <a:gd name="connsiteY110" fmla="*/ 300838 h 446228"/>
              <a:gd name="connsiteX111" fmla="*/ 245059 w 3527679"/>
              <a:gd name="connsiteY111" fmla="*/ 329794 h 446228"/>
              <a:gd name="connsiteX112" fmla="*/ 338328 w 3527679"/>
              <a:gd name="connsiteY112" fmla="*/ 279807 h 446228"/>
              <a:gd name="connsiteX113" fmla="*/ 429158 w 3527679"/>
              <a:gd name="connsiteY113" fmla="*/ 360884 h 446228"/>
              <a:gd name="connsiteX114" fmla="*/ 348691 w 3527679"/>
              <a:gd name="connsiteY114" fmla="*/ 424282 h 446228"/>
              <a:gd name="connsiteX115" fmla="*/ 237744 w 3527679"/>
              <a:gd name="connsiteY115" fmla="*/ 446228 h 446228"/>
              <a:gd name="connsiteX116" fmla="*/ 115824 w 3527679"/>
              <a:gd name="connsiteY116" fmla="*/ 417881 h 446228"/>
              <a:gd name="connsiteX117" fmla="*/ 30784 w 3527679"/>
              <a:gd name="connsiteY117" fmla="*/ 338633 h 446228"/>
              <a:gd name="connsiteX118" fmla="*/ 0 w 3527679"/>
              <a:gd name="connsiteY118" fmla="*/ 223114 h 446228"/>
              <a:gd name="connsiteX119" fmla="*/ 30784 w 3527679"/>
              <a:gd name="connsiteY119" fmla="*/ 107595 h 446228"/>
              <a:gd name="connsiteX120" fmla="*/ 115824 w 3527679"/>
              <a:gd name="connsiteY120" fmla="*/ 28347 h 446228"/>
              <a:gd name="connsiteX121" fmla="*/ 237744 w 3527679"/>
              <a:gd name="connsiteY121" fmla="*/ 0 h 446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3527679" h="446228">
                <a:moveTo>
                  <a:pt x="697992" y="116434"/>
                </a:moveTo>
                <a:cubicBezTo>
                  <a:pt x="680110" y="116434"/>
                  <a:pt x="663956" y="120803"/>
                  <a:pt x="649528" y="129540"/>
                </a:cubicBezTo>
                <a:cubicBezTo>
                  <a:pt x="635101" y="138278"/>
                  <a:pt x="623620" y="150673"/>
                  <a:pt x="615086" y="166726"/>
                </a:cubicBezTo>
                <a:cubicBezTo>
                  <a:pt x="606552" y="182779"/>
                  <a:pt x="602284" y="201575"/>
                  <a:pt x="602284" y="223114"/>
                </a:cubicBezTo>
                <a:cubicBezTo>
                  <a:pt x="602284" y="244653"/>
                  <a:pt x="606552" y="263449"/>
                  <a:pt x="615086" y="279502"/>
                </a:cubicBezTo>
                <a:cubicBezTo>
                  <a:pt x="623620" y="295555"/>
                  <a:pt x="635101" y="307950"/>
                  <a:pt x="649528" y="316688"/>
                </a:cubicBezTo>
                <a:cubicBezTo>
                  <a:pt x="663956" y="325425"/>
                  <a:pt x="680110" y="329794"/>
                  <a:pt x="697992" y="329794"/>
                </a:cubicBezTo>
                <a:cubicBezTo>
                  <a:pt x="715873" y="329794"/>
                  <a:pt x="732028" y="325425"/>
                  <a:pt x="746455" y="316688"/>
                </a:cubicBezTo>
                <a:cubicBezTo>
                  <a:pt x="760882" y="307950"/>
                  <a:pt x="772363" y="295555"/>
                  <a:pt x="780897" y="279502"/>
                </a:cubicBezTo>
                <a:cubicBezTo>
                  <a:pt x="789432" y="263449"/>
                  <a:pt x="793699" y="244653"/>
                  <a:pt x="793699" y="223114"/>
                </a:cubicBezTo>
                <a:cubicBezTo>
                  <a:pt x="793699" y="201575"/>
                  <a:pt x="789432" y="182779"/>
                  <a:pt x="780897" y="166726"/>
                </a:cubicBezTo>
                <a:cubicBezTo>
                  <a:pt x="772363" y="150673"/>
                  <a:pt x="760882" y="138278"/>
                  <a:pt x="746455" y="129540"/>
                </a:cubicBezTo>
                <a:cubicBezTo>
                  <a:pt x="732028" y="120803"/>
                  <a:pt x="715873" y="116434"/>
                  <a:pt x="697992" y="116434"/>
                </a:cubicBezTo>
                <a:close/>
                <a:moveTo>
                  <a:pt x="2737485" y="9754"/>
                </a:moveTo>
                <a:lnTo>
                  <a:pt x="3131286" y="9754"/>
                </a:lnTo>
                <a:lnTo>
                  <a:pt x="3131286" y="121311"/>
                </a:lnTo>
                <a:lnTo>
                  <a:pt x="3006318" y="121311"/>
                </a:lnTo>
                <a:lnTo>
                  <a:pt x="3006318" y="436474"/>
                </a:lnTo>
                <a:lnTo>
                  <a:pt x="2862453" y="436474"/>
                </a:lnTo>
                <a:lnTo>
                  <a:pt x="2862453" y="121311"/>
                </a:lnTo>
                <a:lnTo>
                  <a:pt x="2737485" y="121311"/>
                </a:lnTo>
                <a:close/>
                <a:moveTo>
                  <a:pt x="2284018" y="9754"/>
                </a:moveTo>
                <a:lnTo>
                  <a:pt x="2402281" y="9754"/>
                </a:lnTo>
                <a:lnTo>
                  <a:pt x="2564435" y="203607"/>
                </a:lnTo>
                <a:lnTo>
                  <a:pt x="2564435" y="9754"/>
                </a:lnTo>
                <a:lnTo>
                  <a:pt x="2704643" y="9754"/>
                </a:lnTo>
                <a:lnTo>
                  <a:pt x="2704643" y="436474"/>
                </a:lnTo>
                <a:lnTo>
                  <a:pt x="2586380" y="436474"/>
                </a:lnTo>
                <a:lnTo>
                  <a:pt x="2424226" y="242621"/>
                </a:lnTo>
                <a:lnTo>
                  <a:pt x="2424226" y="436474"/>
                </a:lnTo>
                <a:lnTo>
                  <a:pt x="2284018" y="436474"/>
                </a:lnTo>
                <a:close/>
                <a:moveTo>
                  <a:pt x="1874443" y="9754"/>
                </a:moveTo>
                <a:lnTo>
                  <a:pt x="2221306" y="9754"/>
                </a:lnTo>
                <a:lnTo>
                  <a:pt x="2221306" y="118263"/>
                </a:lnTo>
                <a:lnTo>
                  <a:pt x="2015871" y="118263"/>
                </a:lnTo>
                <a:lnTo>
                  <a:pt x="2015871" y="168250"/>
                </a:lnTo>
                <a:lnTo>
                  <a:pt x="2196312" y="168250"/>
                </a:lnTo>
                <a:lnTo>
                  <a:pt x="2196312" y="271882"/>
                </a:lnTo>
                <a:lnTo>
                  <a:pt x="2015871" y="271882"/>
                </a:lnTo>
                <a:lnTo>
                  <a:pt x="2015871" y="327965"/>
                </a:lnTo>
                <a:lnTo>
                  <a:pt x="2229231" y="327965"/>
                </a:lnTo>
                <a:lnTo>
                  <a:pt x="2229231" y="436474"/>
                </a:lnTo>
                <a:lnTo>
                  <a:pt x="1874443" y="436474"/>
                </a:lnTo>
                <a:close/>
                <a:moveTo>
                  <a:pt x="1442085" y="9754"/>
                </a:moveTo>
                <a:lnTo>
                  <a:pt x="1835886" y="9754"/>
                </a:lnTo>
                <a:lnTo>
                  <a:pt x="1835886" y="121311"/>
                </a:lnTo>
                <a:lnTo>
                  <a:pt x="1710918" y="121311"/>
                </a:lnTo>
                <a:lnTo>
                  <a:pt x="1710918" y="436474"/>
                </a:lnTo>
                <a:lnTo>
                  <a:pt x="1567053" y="436474"/>
                </a:lnTo>
                <a:lnTo>
                  <a:pt x="1567053" y="121311"/>
                </a:lnTo>
                <a:lnTo>
                  <a:pt x="1442085" y="121311"/>
                </a:lnTo>
                <a:close/>
                <a:moveTo>
                  <a:pt x="988618" y="9754"/>
                </a:moveTo>
                <a:lnTo>
                  <a:pt x="1106881" y="9754"/>
                </a:lnTo>
                <a:lnTo>
                  <a:pt x="1269034" y="203607"/>
                </a:lnTo>
                <a:lnTo>
                  <a:pt x="1269034" y="9754"/>
                </a:lnTo>
                <a:lnTo>
                  <a:pt x="1409242" y="9754"/>
                </a:lnTo>
                <a:lnTo>
                  <a:pt x="1409242" y="436474"/>
                </a:lnTo>
                <a:lnTo>
                  <a:pt x="1290980" y="436474"/>
                </a:lnTo>
                <a:lnTo>
                  <a:pt x="1128826" y="242621"/>
                </a:lnTo>
                <a:lnTo>
                  <a:pt x="1128826" y="436474"/>
                </a:lnTo>
                <a:lnTo>
                  <a:pt x="988618" y="436474"/>
                </a:lnTo>
                <a:close/>
                <a:moveTo>
                  <a:pt x="3348456" y="0"/>
                </a:moveTo>
                <a:cubicBezTo>
                  <a:pt x="3377717" y="0"/>
                  <a:pt x="3406470" y="3150"/>
                  <a:pt x="3434715" y="9449"/>
                </a:cubicBezTo>
                <a:cubicBezTo>
                  <a:pt x="3462960" y="15748"/>
                  <a:pt x="3487851" y="24994"/>
                  <a:pt x="3509390" y="37186"/>
                </a:cubicBezTo>
                <a:lnTo>
                  <a:pt x="3466109" y="141428"/>
                </a:lnTo>
                <a:cubicBezTo>
                  <a:pt x="3424250" y="120295"/>
                  <a:pt x="3384626" y="109728"/>
                  <a:pt x="3347237" y="109728"/>
                </a:cubicBezTo>
                <a:cubicBezTo>
                  <a:pt x="3310255" y="109728"/>
                  <a:pt x="3291763" y="118669"/>
                  <a:pt x="3291763" y="136551"/>
                </a:cubicBezTo>
                <a:cubicBezTo>
                  <a:pt x="3291763" y="145085"/>
                  <a:pt x="3297250" y="151486"/>
                  <a:pt x="3308223" y="155753"/>
                </a:cubicBezTo>
                <a:cubicBezTo>
                  <a:pt x="3319195" y="160020"/>
                  <a:pt x="3337280" y="164592"/>
                  <a:pt x="3362477" y="169469"/>
                </a:cubicBezTo>
                <a:cubicBezTo>
                  <a:pt x="3394989" y="175565"/>
                  <a:pt x="3422421" y="182576"/>
                  <a:pt x="3444773" y="190500"/>
                </a:cubicBezTo>
                <a:cubicBezTo>
                  <a:pt x="3467125" y="198425"/>
                  <a:pt x="3486531" y="211328"/>
                  <a:pt x="3502990" y="229210"/>
                </a:cubicBezTo>
                <a:cubicBezTo>
                  <a:pt x="3519449" y="247092"/>
                  <a:pt x="3527679" y="271476"/>
                  <a:pt x="3527679" y="302362"/>
                </a:cubicBezTo>
                <a:cubicBezTo>
                  <a:pt x="3527679" y="329184"/>
                  <a:pt x="3520160" y="353467"/>
                  <a:pt x="3505123" y="375209"/>
                </a:cubicBezTo>
                <a:cubicBezTo>
                  <a:pt x="3490087" y="396952"/>
                  <a:pt x="3467633" y="414224"/>
                  <a:pt x="3437763" y="427025"/>
                </a:cubicBezTo>
                <a:cubicBezTo>
                  <a:pt x="3407892" y="439827"/>
                  <a:pt x="3371621" y="446228"/>
                  <a:pt x="3328949" y="446228"/>
                </a:cubicBezTo>
                <a:cubicBezTo>
                  <a:pt x="3293592" y="446228"/>
                  <a:pt x="3259150" y="442265"/>
                  <a:pt x="3225622" y="434340"/>
                </a:cubicBezTo>
                <a:cubicBezTo>
                  <a:pt x="3192094" y="426416"/>
                  <a:pt x="3164560" y="415748"/>
                  <a:pt x="3143021" y="402336"/>
                </a:cubicBezTo>
                <a:lnTo>
                  <a:pt x="3189351" y="297485"/>
                </a:lnTo>
                <a:cubicBezTo>
                  <a:pt x="3209671" y="309271"/>
                  <a:pt x="3232429" y="318720"/>
                  <a:pt x="3257626" y="325832"/>
                </a:cubicBezTo>
                <a:cubicBezTo>
                  <a:pt x="3282823" y="332944"/>
                  <a:pt x="3307003" y="336500"/>
                  <a:pt x="3330168" y="336500"/>
                </a:cubicBezTo>
                <a:cubicBezTo>
                  <a:pt x="3350082" y="336500"/>
                  <a:pt x="3364306" y="334569"/>
                  <a:pt x="3372840" y="330708"/>
                </a:cubicBezTo>
                <a:cubicBezTo>
                  <a:pt x="3381374" y="326848"/>
                  <a:pt x="3385642" y="321056"/>
                  <a:pt x="3385642" y="313335"/>
                </a:cubicBezTo>
                <a:cubicBezTo>
                  <a:pt x="3385642" y="304394"/>
                  <a:pt x="3380054" y="297688"/>
                  <a:pt x="3368878" y="293218"/>
                </a:cubicBezTo>
                <a:cubicBezTo>
                  <a:pt x="3357702" y="288748"/>
                  <a:pt x="3339312" y="283871"/>
                  <a:pt x="3313709" y="278588"/>
                </a:cubicBezTo>
                <a:cubicBezTo>
                  <a:pt x="3280790" y="271679"/>
                  <a:pt x="3253358" y="264262"/>
                  <a:pt x="3231413" y="256337"/>
                </a:cubicBezTo>
                <a:cubicBezTo>
                  <a:pt x="3209468" y="248412"/>
                  <a:pt x="3190366" y="235408"/>
                  <a:pt x="3174111" y="217323"/>
                </a:cubicBezTo>
                <a:cubicBezTo>
                  <a:pt x="3157855" y="199238"/>
                  <a:pt x="3149727" y="174752"/>
                  <a:pt x="3149727" y="143866"/>
                </a:cubicBezTo>
                <a:cubicBezTo>
                  <a:pt x="3149727" y="117044"/>
                  <a:pt x="3157245" y="92660"/>
                  <a:pt x="3172282" y="70714"/>
                </a:cubicBezTo>
                <a:cubicBezTo>
                  <a:pt x="3187319" y="48768"/>
                  <a:pt x="3209772" y="31496"/>
                  <a:pt x="3239643" y="18898"/>
                </a:cubicBezTo>
                <a:cubicBezTo>
                  <a:pt x="3269513" y="6300"/>
                  <a:pt x="3305784" y="0"/>
                  <a:pt x="3348456" y="0"/>
                </a:cubicBezTo>
                <a:close/>
                <a:moveTo>
                  <a:pt x="697992" y="0"/>
                </a:moveTo>
                <a:cubicBezTo>
                  <a:pt x="743915" y="0"/>
                  <a:pt x="785164" y="9551"/>
                  <a:pt x="821740" y="28652"/>
                </a:cubicBezTo>
                <a:cubicBezTo>
                  <a:pt x="858316" y="47752"/>
                  <a:pt x="886968" y="74270"/>
                  <a:pt x="907694" y="108204"/>
                </a:cubicBezTo>
                <a:cubicBezTo>
                  <a:pt x="928420" y="142139"/>
                  <a:pt x="938784" y="180442"/>
                  <a:pt x="938784" y="223114"/>
                </a:cubicBezTo>
                <a:cubicBezTo>
                  <a:pt x="938784" y="265786"/>
                  <a:pt x="928420" y="304089"/>
                  <a:pt x="907694" y="338024"/>
                </a:cubicBezTo>
                <a:cubicBezTo>
                  <a:pt x="886968" y="371958"/>
                  <a:pt x="858316" y="398476"/>
                  <a:pt x="821740" y="417577"/>
                </a:cubicBezTo>
                <a:cubicBezTo>
                  <a:pt x="785164" y="436677"/>
                  <a:pt x="743915" y="446228"/>
                  <a:pt x="697992" y="446228"/>
                </a:cubicBezTo>
                <a:cubicBezTo>
                  <a:pt x="652068" y="446228"/>
                  <a:pt x="610819" y="436677"/>
                  <a:pt x="574243" y="417577"/>
                </a:cubicBezTo>
                <a:cubicBezTo>
                  <a:pt x="537667" y="398476"/>
                  <a:pt x="509016" y="371958"/>
                  <a:pt x="488289" y="338024"/>
                </a:cubicBezTo>
                <a:cubicBezTo>
                  <a:pt x="467563" y="304089"/>
                  <a:pt x="457200" y="265786"/>
                  <a:pt x="457200" y="223114"/>
                </a:cubicBezTo>
                <a:cubicBezTo>
                  <a:pt x="457200" y="180442"/>
                  <a:pt x="467563" y="142139"/>
                  <a:pt x="488289" y="108204"/>
                </a:cubicBezTo>
                <a:cubicBezTo>
                  <a:pt x="509016" y="74270"/>
                  <a:pt x="537667" y="47752"/>
                  <a:pt x="574243" y="28652"/>
                </a:cubicBezTo>
                <a:cubicBezTo>
                  <a:pt x="610819" y="9551"/>
                  <a:pt x="652068" y="0"/>
                  <a:pt x="697992" y="0"/>
                </a:cubicBezTo>
                <a:close/>
                <a:moveTo>
                  <a:pt x="237744" y="0"/>
                </a:moveTo>
                <a:cubicBezTo>
                  <a:pt x="279196" y="0"/>
                  <a:pt x="316179" y="7316"/>
                  <a:pt x="348691" y="21946"/>
                </a:cubicBezTo>
                <a:cubicBezTo>
                  <a:pt x="381203" y="36576"/>
                  <a:pt x="408025" y="57709"/>
                  <a:pt x="429158" y="85344"/>
                </a:cubicBezTo>
                <a:lnTo>
                  <a:pt x="338328" y="166421"/>
                </a:lnTo>
                <a:cubicBezTo>
                  <a:pt x="311912" y="133096"/>
                  <a:pt x="280822" y="116434"/>
                  <a:pt x="245059" y="116434"/>
                </a:cubicBezTo>
                <a:cubicBezTo>
                  <a:pt x="214985" y="116434"/>
                  <a:pt x="190804" y="126086"/>
                  <a:pt x="172516" y="145390"/>
                </a:cubicBezTo>
                <a:cubicBezTo>
                  <a:pt x="154228" y="164694"/>
                  <a:pt x="145084" y="190602"/>
                  <a:pt x="145084" y="223114"/>
                </a:cubicBezTo>
                <a:cubicBezTo>
                  <a:pt x="145084" y="255626"/>
                  <a:pt x="154228" y="281534"/>
                  <a:pt x="172516" y="300838"/>
                </a:cubicBezTo>
                <a:cubicBezTo>
                  <a:pt x="190804" y="320142"/>
                  <a:pt x="214985" y="329794"/>
                  <a:pt x="245059" y="329794"/>
                </a:cubicBezTo>
                <a:cubicBezTo>
                  <a:pt x="280822" y="329794"/>
                  <a:pt x="311912" y="313132"/>
                  <a:pt x="338328" y="279807"/>
                </a:cubicBezTo>
                <a:lnTo>
                  <a:pt x="429158" y="360884"/>
                </a:lnTo>
                <a:cubicBezTo>
                  <a:pt x="408025" y="388519"/>
                  <a:pt x="381203" y="409652"/>
                  <a:pt x="348691" y="424282"/>
                </a:cubicBezTo>
                <a:cubicBezTo>
                  <a:pt x="316179" y="438912"/>
                  <a:pt x="279196" y="446228"/>
                  <a:pt x="237744" y="446228"/>
                </a:cubicBezTo>
                <a:cubicBezTo>
                  <a:pt x="192633" y="446228"/>
                  <a:pt x="151993" y="436779"/>
                  <a:pt x="115824" y="417881"/>
                </a:cubicBezTo>
                <a:cubicBezTo>
                  <a:pt x="79654" y="398984"/>
                  <a:pt x="51308" y="372568"/>
                  <a:pt x="30784" y="338633"/>
                </a:cubicBezTo>
                <a:cubicBezTo>
                  <a:pt x="10261" y="304699"/>
                  <a:pt x="0" y="266192"/>
                  <a:pt x="0" y="223114"/>
                </a:cubicBezTo>
                <a:cubicBezTo>
                  <a:pt x="0" y="180036"/>
                  <a:pt x="10261" y="141529"/>
                  <a:pt x="30784" y="107595"/>
                </a:cubicBezTo>
                <a:cubicBezTo>
                  <a:pt x="51308" y="73660"/>
                  <a:pt x="79654" y="47244"/>
                  <a:pt x="115824" y="28347"/>
                </a:cubicBezTo>
                <a:cubicBezTo>
                  <a:pt x="151993" y="9449"/>
                  <a:pt x="192633" y="0"/>
                  <a:pt x="237744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添加章节标题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章节副标题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/>
              <a:t>01</a:t>
            </a:r>
            <a:r>
              <a:rPr lang="en-US" altLang="zh-CN"/>
              <a:t>.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单击此处添加文本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感谢观看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Thank you</a:t>
            </a:r>
            <a:endParaRPr lang="en-US" altLang="zh-CN"/>
          </a:p>
        </p:txBody>
      </p:sp>
      <p:sp>
        <p:nvSpPr>
          <p:cNvPr id="6" name="公司名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金山办公软件有限公司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altLang="zh-CN"/>
              <a:t>汇报人：WPS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4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2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2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8"/>
</p:tagLst>
</file>

<file path=ppt/tags/tag3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39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"/>
</p:tagLst>
</file>

<file path=ppt/tags/tag4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</p:tagLst>
</file>

<file path=ppt/tags/tag4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</p:tagLst>
</file>

<file path=ppt/tags/tag48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60"/>
</p:tagLst>
</file>

<file path=ppt/tags/tag4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53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</p:tagLst>
</file>

<file path=ppt/tags/tag54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55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5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6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6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</p:tagLst>
</file>

<file path=ppt/tags/tag6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7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7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8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8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1"/>
</p:tagLst>
</file>

<file path=ppt/tags/tag9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1"/>
</p:tagLst>
</file>

<file path=ppt/tags/tag9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8627"/>
</p:tagLst>
</file>

<file path=ppt/tags/tag10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50"/>
  <p:tag name="KSO_WM_TEMPLATE_CATEGORY" val="custom"/>
  <p:tag name="KSO_WM_TEMPLATE_INDEX" val="20238627"/>
</p:tagLst>
</file>

<file path=ppt/tags/tag10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27"/>
  <p:tag name="KSO_WM_TEMPLATE_CATEGORY" val="custom"/>
  <p:tag name="KSO_WM_TEMPLATE_MASTER_TYPE" val="0"/>
</p:tagLst>
</file>

<file path=ppt/tags/tag10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7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7"/>
  <p:tag name="KSO_WM_TEMPLATE_CATEGORY" val="custom"/>
  <p:tag name="KSO_WM_UNIT_ISCONTENTSTITLE" val="0"/>
  <p:tag name="KSO_WM_UNIT_PRESET_TEXT" val="单击此处添加标题"/>
  <p:tag name="KSO_WM_UNIT_TEXT_TYPE" val="1"/>
  <p:tag name="KSO_WM_UNIT_VALUE" val="20"/>
</p:tagLst>
</file>

<file path=ppt/tags/tag10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27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7"/>
  <p:tag name="KSO_WM_TEMPLATE_CATEGORY" val="custom"/>
  <p:tag name="KSO_WM_UNIT_ISCONTENTSTITLE" val="0"/>
  <p:tag name="KSO_WM_UNIT_PRESET_TEXT" val="SIMPLE"/>
  <p:tag name="KSO_WM_UNIT_TEXT_TYPE" val="1"/>
  <p:tag name="KSO_WM_UNIT_VALUE" val="24"/>
</p:tagLst>
</file>

<file path=ppt/tags/tag108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ID" val="custom20238627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7"/>
  <p:tag name="KSO_WM_TEMPLATE_CATEGORY" val="custom"/>
  <p:tag name="KSO_WM_UNIT_TEXT_LAYER_COUNT" val="1"/>
  <p:tag name="KSO_WM_UNIT_PRESET_TEXT" val="金山办公软件有限公司"/>
  <p:tag name="KSO_WM_UNIT_VALUE" val="11"/>
  <p:tag name="KSO_WM_UNIT_TEXT_TYPE" val="1"/>
</p:tagLst>
</file>

<file path=ppt/tags/tag109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27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7"/>
  <p:tag name="KSO_WM_TEMPLATE_CATEGORY" val="custom"/>
  <p:tag name="KSO_WM_UNIT_TEXT_LAYER_COUNT" val="1"/>
  <p:tag name="KSO_WM_UNIT_PRESET_TEXT" val="汇报人：WPS"/>
  <p:tag name="KSO_WM_UNIT_VALUE" val="11"/>
  <p:tag name="KSO_WM_UNIT_TEXT_TYPE" val="1"/>
</p:tagLst>
</file>

<file path=ppt/tags/tag110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627"/>
  <p:tag name="KSO_WM_TEMPLATE_CATEGORY" val="custom"/>
  <p:tag name="KSO_WM_SLIDE_INDEX" val="1"/>
  <p:tag name="KSO_WM_SLIDE_ID" val="custom20238627_1"/>
  <p:tag name="KSO_WM_TEMPLATE_MASTER_TYPE" val="0"/>
  <p:tag name="KSO_WM_SLIDE_LAYOUT" val="a_b_f"/>
  <p:tag name="KSO_WM_SLIDE_LAYOUT_CNT" val="1_1_2"/>
</p:tagLst>
</file>

<file path=ppt/tags/tag1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20238627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7"/>
  <p:tag name="KSO_WM_TEMPLATE_CATEGORY" val="custom"/>
  <p:tag name="KSO_WM_UNIT_PRESET_TEXT_INDEX" val="-1"/>
  <p:tag name="KSO_WM_UNIT_PRESET_TEXT_LEN" val="0"/>
</p:tagLst>
</file>

<file path=ppt/tags/tag112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i*1_1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3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UNIT_SUBTYPE" val="a"/>
  <p:tag name="KSO_WM_UNIT_TEXT_LAYER_COUNT" val="1"/>
  <p:tag name="KSO_WM_UNIT_PRESET_TEXT" val="单击添加目录项标题"/>
  <p:tag name="KSO_WM_UNIT_TEXT_TYPE" val="1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4.xml><?xml version="1.0" encoding="utf-8"?>
<p:tagLst xmlns:p="http://schemas.openxmlformats.org/presentationml/2006/main">
  <p:tag name="KSO_WM_UNIT_TYPE" val="l_h_i"/>
  <p:tag name="KSO_WM_UNIT_INDEX" val="1_1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5.xml><?xml version="1.0" encoding="utf-8"?>
<p:tagLst xmlns:p="http://schemas.openxmlformats.org/presentationml/2006/main">
  <p:tag name="KSO_WM_UNIT_TYPE" val="l_h_i"/>
  <p:tag name="KSO_WM_UNIT_INDEX" val="1_1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i*1_1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16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i*1_2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7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UNIT_SUBTYPE" val="a"/>
  <p:tag name="KSO_WM_UNIT_TEXT_LAYER_COUNT" val="1"/>
  <p:tag name="KSO_WM_UNIT_PRESET_TEXT" val="单击添加目录项标题"/>
  <p:tag name="KSO_WM_UNIT_TEXT_TYPE" val="1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8.xml><?xml version="1.0" encoding="utf-8"?>
<p:tagLst xmlns:p="http://schemas.openxmlformats.org/presentationml/2006/main">
  <p:tag name="KSO_WM_UNIT_TYPE" val="l_h_i"/>
  <p:tag name="KSO_WM_UNIT_INDEX" val="1_2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19.xml><?xml version="1.0" encoding="utf-8"?>
<p:tagLst xmlns:p="http://schemas.openxmlformats.org/presentationml/2006/main">
  <p:tag name="KSO_WM_UNIT_TYPE" val="l_h_i"/>
  <p:tag name="KSO_WM_UNIT_INDEX" val="1_2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i*1_2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20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i*1_3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1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UNIT_SUBTYPE" val="a"/>
  <p:tag name="KSO_WM_UNIT_TEXT_LAYER_COUNT" val="1"/>
  <p:tag name="KSO_WM_UNIT_PRESET_TEXT" val="单击添加目录项标题"/>
  <p:tag name="KSO_WM_UNIT_TEXT_TYPE" val="1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2.xml><?xml version="1.0" encoding="utf-8"?>
<p:tagLst xmlns:p="http://schemas.openxmlformats.org/presentationml/2006/main">
  <p:tag name="KSO_WM_UNIT_TYPE" val="l_h_i"/>
  <p:tag name="KSO_WM_UNIT_INDEX" val="1_3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3.xml><?xml version="1.0" encoding="utf-8"?>
<p:tagLst xmlns:p="http://schemas.openxmlformats.org/presentationml/2006/main">
  <p:tag name="KSO_WM_UNIT_TYPE" val="l_h_i"/>
  <p:tag name="KSO_WM_UNIT_INDEX" val="1_3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i*1_3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24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i*1_4_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5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UNIT_SUBTYPE" val="a"/>
  <p:tag name="KSO_WM_UNIT_TEXT_LAYER_COUNT" val="1"/>
  <p:tag name="KSO_WM_UNIT_PRESET_TEXT" val="单击添加目录项标题"/>
  <p:tag name="KSO_WM_UNIT_TEXT_TYPE" val="1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6.xml><?xml version="1.0" encoding="utf-8"?>
<p:tagLst xmlns:p="http://schemas.openxmlformats.org/presentationml/2006/main">
  <p:tag name="KSO_WM_UNIT_TYPE" val="l_h_i"/>
  <p:tag name="KSO_WM_UNIT_INDEX" val="1_4_2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69999998807907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7.xml><?xml version="1.0" encoding="utf-8"?>
<p:tagLst xmlns:p="http://schemas.openxmlformats.org/presentationml/2006/main">
  <p:tag name="KSO_WM_UNIT_TYPE" val="l_h_i"/>
  <p:tag name="KSO_WM_UNIT_INDEX" val="1_4_3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27_4*l_h_i*1_4_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27"/>
  <p:tag name="KSO_WM_TEMPLATE_CATEGORY" val="custom"/>
  <p:tag name="KSO_WM_DIAGRAM_MAX_ITEMCNT" val="6"/>
  <p:tag name="KSO_WM_DIAGRAM_MIN_ITEMCNT" val="2"/>
  <p:tag name="KSO_WM_DIAGRAM_VIRTUALLY_FRAME" val="{&quot;height&quot;:250.00794982910156,&quot;width&quot;:852.928283691406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12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8627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7"/>
  <p:tag name="KSO_WM_TEMPLATE_CATEGORY" val="custom"/>
</p:tagLst>
</file>

<file path=ppt/tags/tag129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8627"/>
  <p:tag name="KSO_WM_TEMPLATE_CATEGORY" val="custom"/>
  <p:tag name="KSO_WM_SLIDE_INDEX" val="4"/>
  <p:tag name="KSO_WM_SLIDE_ID" val="custom20238627_4"/>
  <p:tag name="KSO_WM_TEMPLATE_MASTER_TYPE" val="0"/>
  <p:tag name="KSO_WM_SLIDE_LAYOUT" val="a_l"/>
  <p:tag name="KSO_WM_SLIDE_LAYOUT_CNT" val="1_1"/>
  <p:tag name="KSO_WM_SLIDE_DIAGTYPE" val="l"/>
</p:tagLst>
</file>

<file path=ppt/tags/tag1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7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7"/>
  <p:tag name="KSO_WM_TEMPLATE_CATEGORY" val="custom"/>
  <p:tag name="KSO_WM_UNIT_ISCONTENTSTITLE" val="0"/>
  <p:tag name="KSO_WM_UNIT_PRESET_TEXT" val="添加章节标题"/>
  <p:tag name="KSO_WM_UNIT_TEXT_TYPE" val="1"/>
</p:tagLst>
</file>

<file path=ppt/tags/tag13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27_7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7"/>
  <p:tag name="KSO_WM_TEMPLATE_CATEGORY" val="custom"/>
  <p:tag name="KSO_WM_UNIT_ISCONTENTSTITLE" val="0"/>
  <p:tag name="KSO_WM_UNIT_PRESET_TEXT" val="章节副标题"/>
  <p:tag name="KSO_WM_UNIT_TEXT_TYPE" val="1"/>
</p:tagLst>
</file>

<file path=ppt/tags/tag13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27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7"/>
  <p:tag name="KSO_WM_TEMPLATE_CATEGORY" val="custom"/>
  <p:tag name="KSO_WM_UNIT_PRESET_TEXT_INDEX" val="-1"/>
  <p:tag name="KSO_WM_UNIT_PRESET_TEXT_LEN" val="0"/>
</p:tagLst>
</file>

<file path=ppt/tags/tag133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7"/>
  <p:tag name="KSO_WM_TEMPLATE_CATEGORY" val="custom"/>
  <p:tag name="KSO_WM_SLIDE_INDEX" val="7"/>
  <p:tag name="KSO_WM_SLIDE_ID" val="custom20238627_7"/>
  <p:tag name="KSO_WM_TEMPLATE_MASTER_TYPE" val="0"/>
  <p:tag name="KSO_WM_SLIDE_LAYOUT" val="a_b_e"/>
  <p:tag name="KSO_WM_SLIDE_LAYOUT_CNT" val="1_1_1"/>
</p:tagLst>
</file>

<file path=ppt/tags/tag1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7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7"/>
  <p:tag name="KSO_WM_TEMPLATE_CATEGORY" val="custom"/>
  <p:tag name="KSO_WM_UNIT_ISCONTENTSTITLE" val="0"/>
  <p:tag name="KSO_WM_UNIT_PRESET_TEXT" val="单击此处添加标题"/>
  <p:tag name="KSO_WM_UNIT_TEXT_TYPE" val="1"/>
</p:tagLst>
</file>

<file path=ppt/tags/tag13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ID" val="custom20238627_8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7"/>
  <p:tag name="KSO_WM_TEMPLATE_CATEGORY" val="custom"/>
  <p:tag name="KSO_WM_UNIT_TEXT_LAYER_COUNT" val="1"/>
  <p:tag name="KSO_WM_UNIT_PRESET_TEXT" val="单击此处添加文本"/>
  <p:tag name="KSO_WM_UNIT_TEXT_TYPE" val="1"/>
</p:tagLst>
</file>

<file path=ppt/tags/tag136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7"/>
  <p:tag name="KSO_WM_TEMPLATE_CATEGORY" val="custom"/>
  <p:tag name="KSO_WM_SLIDE_INDEX" val="8"/>
  <p:tag name="KSO_WM_SLIDE_ID" val="custom2023862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27_9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7"/>
  <p:tag name="KSO_WM_TEMPLATE_CATEGORY" val="custom"/>
  <p:tag name="KSO_WM_UNIT_ISCONTENTSTITLE" val="0"/>
  <p:tag name="KSO_WM_UNIT_PRESET_TEXT" val="感谢观看"/>
  <p:tag name="KSO_WM_UNIT_VALUE" val="10"/>
  <p:tag name="KSO_WM_UNIT_TEXT_TYPE" val="1"/>
</p:tagLst>
</file>

<file path=ppt/tags/tag1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27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7"/>
  <p:tag name="KSO_WM_TEMPLATE_CATEGORY" val="custom"/>
  <p:tag name="KSO_WM_UNIT_ISCONTENTSTITLE" val="0"/>
  <p:tag name="KSO_WM_UNIT_PRESET_TEXT" val="Thank you"/>
</p:tagLst>
</file>

<file path=ppt/tags/tag139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ID" val="custom20238627_9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7"/>
  <p:tag name="KSO_WM_TEMPLATE_CATEGORY" val="custom"/>
  <p:tag name="KSO_WM_UNIT_TEXT_LAYER_COUNT" val="1"/>
  <p:tag name="KSO_WM_UNIT_PRESET_TEXT" val="金山办公软件有限公司"/>
  <p:tag name="KSO_WM_UNIT_VALUE" val="11"/>
  <p:tag name="KSO_WM_UNIT_TEXT_TYPE" val="1"/>
</p:tagLst>
</file>

<file path=ppt/tags/tag140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27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27"/>
  <p:tag name="KSO_WM_TEMPLATE_CATEGORY" val="custom"/>
  <p:tag name="KSO_WM_UNIT_TEXT_LAYER_COUNT" val="1"/>
  <p:tag name="KSO_WM_UNIT_PRESET_TEXT" val="汇报人：WPS"/>
  <p:tag name="KSO_WM_UNIT_VALUE" val="11"/>
  <p:tag name="KSO_WM_UNIT_TEXT_TYPE" val="1"/>
</p:tagLst>
</file>

<file path=ppt/tags/tag141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27"/>
  <p:tag name="KSO_WM_TEMPLATE_CATEGORY" val="custom"/>
  <p:tag name="KSO_WM_SLIDE_INDEX" val="9"/>
  <p:tag name="KSO_WM_SLIDE_ID" val="custom20238627_9"/>
  <p:tag name="KSO_WM_TEMPLATE_MASTER_TYPE" val="0"/>
  <p:tag name="KSO_WM_SLIDE_LAYOUT" val="a_b_f"/>
  <p:tag name="KSO_WM_SLIDE_LAYOUT_CNT" val="1_1_2"/>
</p:tagLst>
</file>

<file path=ppt/theme/theme1.xml><?xml version="1.0" encoding="utf-8"?>
<a:theme xmlns:a="http://schemas.openxmlformats.org/drawingml/2006/main" name="简约风克莱因蓝工作汇报模板">
  <a:themeElements>
    <a:clrScheme name="">
      <a:dk1>
        <a:srgbClr val="000000"/>
      </a:dk1>
      <a:lt1>
        <a:srgbClr val="FFFFFF"/>
      </a:lt1>
      <a:dk2>
        <a:srgbClr val="161D2D"/>
      </a:dk2>
      <a:lt2>
        <a:srgbClr val="FFFFFF"/>
      </a:lt2>
      <a:accent1>
        <a:srgbClr val="5592E6"/>
      </a:accent1>
      <a:accent2>
        <a:srgbClr val="6E559D"/>
      </a:accent2>
      <a:accent3>
        <a:srgbClr val="355FCB"/>
      </a:accent3>
      <a:accent4>
        <a:srgbClr val="72A9D9"/>
      </a:accent4>
      <a:accent5>
        <a:srgbClr val="84C6D5"/>
      </a:accent5>
      <a:accent6>
        <a:srgbClr val="5959C5"/>
      </a:accent6>
      <a:hlink>
        <a:srgbClr val="0026E5"/>
      </a:hlink>
      <a:folHlink>
        <a:srgbClr val="7E1FAD"/>
      </a:folHlink>
    </a:clrScheme>
    <a:fontScheme name="自定义 15">
      <a:majorFont>
        <a:latin typeface="Arial"/>
        <a:ea typeface="MiSans Heavy "/>
        <a:cs typeface=""/>
      </a:majorFont>
      <a:minorFont>
        <a:latin typeface="Arial"/>
        <a:ea typeface="MiSans Heavy 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WPS 演示</Application>
  <PresentationFormat>宽屏</PresentationFormat>
  <Paragraphs>44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MiSans Heavy</vt:lpstr>
      <vt:lpstr>Segoe Print</vt:lpstr>
      <vt:lpstr>MiSans Heavy </vt:lpstr>
      <vt:lpstr>简约风克莱因蓝工作汇报模板</vt:lpstr>
      <vt:lpstr>工作总结汇报模板</vt:lpstr>
      <vt:lpstr>目录</vt:lpstr>
      <vt:lpstr>添加章节标题</vt:lpstr>
      <vt:lpstr>单击此处添加标题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南栀</cp:lastModifiedBy>
  <cp:revision>157</cp:revision>
  <dcterms:created xsi:type="dcterms:W3CDTF">2019-06-19T02:08:00Z</dcterms:created>
  <dcterms:modified xsi:type="dcterms:W3CDTF">2026-07-14T06:57:30Z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716076976EFF454D8D76911395DC787F_11</vt:lpwstr>
  </property>
</Properties>
</file>